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147471815" r:id="rId5"/>
    <p:sldId id="2147471816" r:id="rId6"/>
    <p:sldId id="214747181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2E6948-299B-FAE4-13D9-BA40DF3D7D65}" name="Victoria Gkazarian" initials="" userId="S::Victoria.Gkazarian@blend360.com::feb6f3c1-a629-42c3-8226-e93ab6f9b9ad" providerId="AD"/>
  <p188:author id="{F398B557-28B1-CFA9-9DAC-01F175D01032}" name="Sofia Garcia" initials="" userId="S::Sofia.Garcia@blend360.com::d30aa5a0-b227-4b77-9dd2-fdb87332a94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53057"/>
    <a:srgbClr val="00EDED"/>
    <a:srgbClr val="F4F3F0"/>
    <a:srgbClr val="003059"/>
    <a:srgbClr val="314550"/>
    <a:srgbClr val="A2F3F3"/>
    <a:srgbClr val="537689"/>
    <a:srgbClr val="0B0D0E"/>
    <a:srgbClr val="004F8E"/>
    <a:srgbClr val="0072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7DE046-4897-ABFA-0F10-76C5E5F69228}" v="146" dt="2025-02-13T15:45:54.942"/>
    <p1510:client id="{DA06401B-FF35-DE99-BC9D-A30C0C890D9D}" v="1" dt="2025-02-13T15:37:19.7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D8F43C-8AC6-324A-AE14-5664D0717700}"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A542AA-6AEA-2945-9E92-C40FFBC9F9C3}" type="slidenum">
              <a:rPr lang="en-US" smtClean="0"/>
              <a:t>‹#›</a:t>
            </a:fld>
            <a:endParaRPr lang="en-US"/>
          </a:p>
        </p:txBody>
      </p:sp>
    </p:spTree>
    <p:extLst>
      <p:ext uri="{BB962C8B-B14F-4D97-AF65-F5344CB8AC3E}">
        <p14:creationId xmlns:p14="http://schemas.microsoft.com/office/powerpoint/2010/main" val="3429109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"Overall the AI content is SIGNIFICANTLY better thank you thank you"</a:t>
            </a:r>
          </a:p>
          <a:p>
            <a:pPr marL="171450" indent="-171450">
              <a:buFont typeface="Arial"/>
              <a:buChar char="•"/>
            </a:pPr>
            <a:r>
              <a:rPr lang="en-US"/>
              <a:t>"VERY POSITIVE feedback from sellers and business leads on the language and tone/type of content for the AI generated content“</a:t>
            </a:r>
          </a:p>
          <a:p>
            <a:pPr marL="171450" indent="-171450">
              <a:buFont typeface="Arial"/>
              <a:buChar char="•"/>
            </a:pPr>
            <a:r>
              <a:rPr lang="en-US"/>
              <a:t>"Chris said it did better than he would have as a seasoned seller “</a:t>
            </a:r>
            <a:endParaRPr lang="en-US">
              <a:cs typeface="+mn-lt"/>
            </a:endParaRPr>
          </a:p>
          <a:p>
            <a:pPr marL="171450" indent="-171450">
              <a:buFont typeface="Arial"/>
              <a:buChar char="•"/>
            </a:pPr>
            <a:r>
              <a:rPr lang="en-US"/>
              <a:t>"Its "friendly and inviting but not too casual” "</a:t>
            </a:r>
          </a:p>
          <a:p>
            <a:pPr marL="171450" indent="-171450">
              <a:buFont typeface="Arial"/>
              <a:buChar char="•"/>
            </a:pPr>
            <a:r>
              <a:rPr lang="en-US"/>
              <a:t>Strikes balance well and represents Hyatt "ethos" very well </a:t>
            </a:r>
            <a:endParaRPr lang="en-US">
              <a:cs typeface="+mn-lt"/>
            </a:endParaRPr>
          </a:p>
          <a:p>
            <a:pPr marL="171450" indent="-171450">
              <a:buFont typeface="Arial"/>
              <a:buChar char="•"/>
            </a:pPr>
            <a:r>
              <a:rPr lang="en-US"/>
              <a:t>"All that you have done is awesome - its a leap” </a:t>
            </a:r>
          </a:p>
          <a:p>
            <a:br>
              <a:rPr lang="en-US"/>
            </a:br>
            <a:endParaRPr lang="en-US"/>
          </a:p>
          <a:p>
            <a:endParaRPr lang="en-US"/>
          </a:p>
        </p:txBody>
      </p:sp>
      <p:sp>
        <p:nvSpPr>
          <p:cNvPr id="4" name="Slide Number Placeholder 3"/>
          <p:cNvSpPr>
            <a:spLocks noGrp="1"/>
          </p:cNvSpPr>
          <p:nvPr>
            <p:ph type="sldNum" sz="quarter" idx="5"/>
          </p:nvPr>
        </p:nvSpPr>
        <p:spPr/>
        <p:txBody>
          <a:bodyPr/>
          <a:lstStyle/>
          <a:p>
            <a:fld id="{ADA542AA-6AEA-2945-9E92-C40FFBC9F9C3}" type="slidenum">
              <a:rPr lang="en-US" smtClean="0"/>
              <a:t>1</a:t>
            </a:fld>
            <a:endParaRPr lang="en-US"/>
          </a:p>
        </p:txBody>
      </p:sp>
    </p:spTree>
    <p:extLst>
      <p:ext uri="{BB962C8B-B14F-4D97-AF65-F5344CB8AC3E}">
        <p14:creationId xmlns:p14="http://schemas.microsoft.com/office/powerpoint/2010/main" val="31493654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1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19.sv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7.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7.png"/><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7" y="1282"/>
            <a:ext cx="12190392" cy="6856718"/>
          </a:xfrm>
          <a:prstGeom prst="rect">
            <a:avLst/>
          </a:prstGeom>
        </p:spPr>
      </p:pic>
      <p:sp>
        <p:nvSpPr>
          <p:cNvPr id="6" name="Picture Placeholder 5">
            <a:extLst>
              <a:ext uri="{FF2B5EF4-FFF2-40B4-BE49-F238E27FC236}">
                <a16:creationId xmlns:a16="http://schemas.microsoft.com/office/drawing/2014/main" id="{9EB6C3DE-DFC0-9389-6412-F7DBBCF38397}"/>
              </a:ext>
            </a:extLst>
          </p:cNvPr>
          <p:cNvSpPr>
            <a:spLocks noGrp="1"/>
          </p:cNvSpPr>
          <p:nvPr>
            <p:ph type="pic" sz="quarter" idx="11" hasCustomPrompt="1"/>
          </p:nvPr>
        </p:nvSpPr>
        <p:spPr>
          <a:xfrm>
            <a:off x="9671" y="-2871"/>
            <a:ext cx="12182329" cy="6857999"/>
          </a:xfrm>
          <a:solidFill>
            <a:srgbClr val="F4F3F0">
              <a:alpha val="50000"/>
            </a:srgbClr>
          </a:solidFill>
        </p:spPr>
        <p:txBody>
          <a:bodyPr tIns="182880" rIns="274320"/>
          <a:lstStyle>
            <a:lvl1pPr marL="0" indent="0" algn="r">
              <a:buNone/>
              <a:defRPr>
                <a:solidFill>
                  <a:schemeClr val="bg2"/>
                </a:solidFill>
              </a:defRPr>
            </a:lvl1pPr>
          </a:lstStyle>
          <a:p>
            <a:r>
              <a:rPr lang="en-US"/>
              <a:t>Click Icon to Change Image</a:t>
            </a:r>
          </a:p>
        </p:txBody>
      </p:sp>
      <p:sp>
        <p:nvSpPr>
          <p:cNvPr id="2" name="Freeform 1">
            <a:extLst>
              <a:ext uri="{FF2B5EF4-FFF2-40B4-BE49-F238E27FC236}">
                <a16:creationId xmlns:a16="http://schemas.microsoft.com/office/drawing/2014/main" id="{E6944424-2D36-59EF-B644-7E53804E1C61}"/>
              </a:ext>
            </a:extLst>
          </p:cNvPr>
          <p:cNvSpPr/>
          <p:nvPr userDrawn="1"/>
        </p:nvSpPr>
        <p:spPr>
          <a:xfrm>
            <a:off x="0" y="-2871"/>
            <a:ext cx="5705115"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tx2"/>
          </a:solidFill>
          <a:ln w="18551" cap="flat">
            <a:noFill/>
            <a:prstDash val="solid"/>
            <a:miter/>
          </a:ln>
        </p:spPr>
        <p:txBody>
          <a:bodyPr wrap="square" rtlCol="0" anchor="ctr">
            <a:noAutofit/>
          </a:bodyPr>
          <a:lstStyle/>
          <a:p>
            <a:endParaRPr lang="en-US"/>
          </a:p>
        </p:txBody>
      </p:sp>
      <p:pic>
        <p:nvPicPr>
          <p:cNvPr id="4" name="Graphic 3">
            <a:extLst>
              <a:ext uri="{FF2B5EF4-FFF2-40B4-BE49-F238E27FC236}">
                <a16:creationId xmlns:a16="http://schemas.microsoft.com/office/drawing/2014/main" id="{CD4296D2-3A3D-C341-4FB1-7BA9E54E921A}"/>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3843" y="-63667"/>
            <a:ext cx="7850722"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pic>
        <p:nvPicPr>
          <p:cNvPr id="20" name="Graphic 19">
            <a:extLst>
              <a:ext uri="{FF2B5EF4-FFF2-40B4-BE49-F238E27FC236}">
                <a16:creationId xmlns:a16="http://schemas.microsoft.com/office/drawing/2014/main" id="{ADDC5D70-8B52-7642-4FF8-A49BF00C7F0C}"/>
              </a:ext>
            </a:extLst>
          </p:cNvPr>
          <p:cNvPicPr>
            <a:picLocks noChangeAspect="1"/>
          </p:cNvPicPr>
          <p:nvPr userDrawn="1"/>
        </p:nvPicPr>
        <p:blipFill>
          <a:blip r:embed="rId3">
            <a:extLst>
              <a:ext uri="{96DAC541-7B7A-43D3-8B79-37D633B846F1}">
                <asvg:svgBlip xmlns:asvg="http://schemas.microsoft.com/office/drawing/2016/SVG/main" r:embed="rId4"/>
              </a:ext>
            </a:extLst>
          </a:blip>
          <a:srcRect t="27759" r="85778" b="22482"/>
          <a:stretch>
            <a:fillRect/>
          </a:stretch>
        </p:blipFill>
        <p:spPr>
          <a:xfrm>
            <a:off x="-1712916" y="1875409"/>
            <a:ext cx="1116568" cy="3475849"/>
          </a:xfrm>
          <a:custGeom>
            <a:avLst/>
            <a:gdLst>
              <a:gd name="connsiteX0" fmla="*/ 0 w 1116568"/>
              <a:gd name="connsiteY0" fmla="*/ 0 h 3475849"/>
              <a:gd name="connsiteX1" fmla="*/ 1116568 w 1116568"/>
              <a:gd name="connsiteY1" fmla="*/ 0 h 3475849"/>
              <a:gd name="connsiteX2" fmla="*/ 1116568 w 1116568"/>
              <a:gd name="connsiteY2" fmla="*/ 3475849 h 3475849"/>
              <a:gd name="connsiteX3" fmla="*/ 0 w 1116568"/>
              <a:gd name="connsiteY3" fmla="*/ 3475849 h 3475849"/>
              <a:gd name="connsiteX4" fmla="*/ 0 w 1116568"/>
              <a:gd name="connsiteY4" fmla="*/ 0 h 3475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68" h="3475849">
                <a:moveTo>
                  <a:pt x="0" y="0"/>
                </a:moveTo>
                <a:lnTo>
                  <a:pt x="1116568" y="0"/>
                </a:lnTo>
                <a:lnTo>
                  <a:pt x="1116568" y="3475849"/>
                </a:lnTo>
                <a:lnTo>
                  <a:pt x="0" y="3475849"/>
                </a:lnTo>
                <a:lnTo>
                  <a:pt x="0" y="0"/>
                </a:lnTo>
                <a:close/>
              </a:path>
            </a:pathLst>
          </a:custGeom>
        </p:spPr>
      </p:pic>
      <p:sp>
        <p:nvSpPr>
          <p:cNvPr id="13" name="Rectangle 12">
            <a:extLst>
              <a:ext uri="{FF2B5EF4-FFF2-40B4-BE49-F238E27FC236}">
                <a16:creationId xmlns:a16="http://schemas.microsoft.com/office/drawing/2014/main" id="{945A8390-3C53-AD0A-5BF0-0037A2F28F61}"/>
              </a:ext>
            </a:extLst>
          </p:cNvPr>
          <p:cNvSpPr/>
          <p:nvPr userDrawn="1"/>
        </p:nvSpPr>
        <p:spPr>
          <a:xfrm>
            <a:off x="804132" y="5972428"/>
            <a:ext cx="1522535" cy="246221"/>
          </a:xfrm>
          <a:prstGeom prst="rect">
            <a:avLst/>
          </a:prstGeom>
        </p:spPr>
        <p:txBody>
          <a:bodyPr wrap="square" lIns="0">
            <a:spAutoFit/>
          </a:bodyPr>
          <a:lstStyle/>
          <a:p>
            <a:pPr>
              <a:lnSpc>
                <a:spcPct val="100000"/>
              </a:lnSpc>
              <a:spcBef>
                <a:spcPts val="0"/>
              </a:spcBef>
              <a:defRPr/>
            </a:pPr>
            <a:r>
              <a:rPr lang="id-ID" sz="1000" b="0" i="0">
                <a:solidFill>
                  <a:schemeClr val="bg2"/>
                </a:solidFill>
                <a:latin typeface="Montserrat" pitchFamily="2" charset="77"/>
                <a:cs typeface="Calibri"/>
              </a:rPr>
              <a:t>Blend360.com</a:t>
            </a:r>
          </a:p>
        </p:txBody>
      </p:sp>
      <p:sp>
        <p:nvSpPr>
          <p:cNvPr id="9" name="Title 5">
            <a:extLst>
              <a:ext uri="{FF2B5EF4-FFF2-40B4-BE49-F238E27FC236}">
                <a16:creationId xmlns:a16="http://schemas.microsoft.com/office/drawing/2014/main" id="{A9948385-6D4F-0D51-AE39-6F3DDA176E34}"/>
              </a:ext>
            </a:extLst>
          </p:cNvPr>
          <p:cNvSpPr>
            <a:spLocks noGrp="1"/>
          </p:cNvSpPr>
          <p:nvPr>
            <p:ph type="title" hasCustomPrompt="1"/>
          </p:nvPr>
        </p:nvSpPr>
        <p:spPr>
          <a:xfrm>
            <a:off x="689784" y="2591531"/>
            <a:ext cx="3892505" cy="1325563"/>
          </a:xfrm>
        </p:spPr>
        <p:txBody>
          <a:bodyPr>
            <a:noAutofit/>
          </a:bodyPr>
          <a:lstStyle>
            <a:lvl1pPr>
              <a:defRPr sz="4400" b="0" i="0">
                <a:solidFill>
                  <a:schemeClr val="accent1"/>
                </a:solidFill>
                <a:latin typeface="+mj-lt"/>
              </a:defRPr>
            </a:lvl1pPr>
          </a:lstStyle>
          <a:p>
            <a:r>
              <a:rPr lang="en-US"/>
              <a:t>Click to </a:t>
            </a:r>
            <a:br>
              <a:rPr lang="en-US"/>
            </a:br>
            <a:r>
              <a:rPr lang="en-US"/>
              <a:t>Add Title</a:t>
            </a:r>
          </a:p>
        </p:txBody>
      </p:sp>
      <p:sp>
        <p:nvSpPr>
          <p:cNvPr id="10" name="Text Placeholder 26">
            <a:extLst>
              <a:ext uri="{FF2B5EF4-FFF2-40B4-BE49-F238E27FC236}">
                <a16:creationId xmlns:a16="http://schemas.microsoft.com/office/drawing/2014/main" id="{ECC649B9-E3B2-BC75-CCF9-8798D0B5DDFD}"/>
              </a:ext>
            </a:extLst>
          </p:cNvPr>
          <p:cNvSpPr>
            <a:spLocks noGrp="1"/>
          </p:cNvSpPr>
          <p:nvPr>
            <p:ph type="body" sz="quarter" idx="10" hasCustomPrompt="1"/>
          </p:nvPr>
        </p:nvSpPr>
        <p:spPr>
          <a:xfrm>
            <a:off x="690474" y="4069625"/>
            <a:ext cx="3892580" cy="712787"/>
          </a:xfrm>
        </p:spPr>
        <p:txBody>
          <a:bodyPr>
            <a:noAutofit/>
          </a:bodyPr>
          <a:lstStyle>
            <a:lvl1pPr marL="0" indent="0">
              <a:buNone/>
              <a:defRPr sz="1600" b="0" i="0">
                <a:solidFill>
                  <a:schemeClr val="accent1"/>
                </a:solidFill>
                <a:latin typeface="+mn-lt"/>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Tree>
    <p:extLst>
      <p:ext uri="{BB962C8B-B14F-4D97-AF65-F5344CB8AC3E}">
        <p14:creationId xmlns:p14="http://schemas.microsoft.com/office/powerpoint/2010/main" val="11456171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7" y="1282"/>
            <a:ext cx="12190392" cy="6856718"/>
          </a:xfrm>
          <a:prstGeom prst="rect">
            <a:avLst/>
          </a:prstGeom>
        </p:spPr>
      </p:pic>
      <p:sp>
        <p:nvSpPr>
          <p:cNvPr id="5" name="Picture Placeholder 5">
            <a:extLst>
              <a:ext uri="{FF2B5EF4-FFF2-40B4-BE49-F238E27FC236}">
                <a16:creationId xmlns:a16="http://schemas.microsoft.com/office/drawing/2014/main" id="{4B379041-05F5-DF40-A3AF-2761A6228739}"/>
              </a:ext>
            </a:extLst>
          </p:cNvPr>
          <p:cNvSpPr>
            <a:spLocks noGrp="1"/>
          </p:cNvSpPr>
          <p:nvPr>
            <p:ph type="pic" sz="quarter" idx="11" hasCustomPrompt="1"/>
          </p:nvPr>
        </p:nvSpPr>
        <p:spPr>
          <a:xfrm>
            <a:off x="9671" y="-2871"/>
            <a:ext cx="12182329" cy="6857999"/>
          </a:xfrm>
          <a:solidFill>
            <a:schemeClr val="accent1">
              <a:alpha val="50000"/>
            </a:schemeClr>
          </a:solidFill>
        </p:spPr>
        <p:txBody>
          <a:bodyPr tIns="182880" rIns="274320"/>
          <a:lstStyle>
            <a:lvl1pPr marL="0" indent="0" algn="r">
              <a:buNone/>
              <a:defRPr>
                <a:solidFill>
                  <a:schemeClr val="accent2"/>
                </a:solidFill>
              </a:defRPr>
            </a:lvl1pPr>
          </a:lstStyle>
          <a:p>
            <a:r>
              <a:rPr lang="en-US"/>
              <a:t>Click Icon to Change Image</a:t>
            </a:r>
          </a:p>
        </p:txBody>
      </p:sp>
      <p:sp>
        <p:nvSpPr>
          <p:cNvPr id="7" name="Freeform 6">
            <a:extLst>
              <a:ext uri="{FF2B5EF4-FFF2-40B4-BE49-F238E27FC236}">
                <a16:creationId xmlns:a16="http://schemas.microsoft.com/office/drawing/2014/main" id="{2E013B83-01A5-DAE0-461C-E1F0C2D037C9}"/>
              </a:ext>
            </a:extLst>
          </p:cNvPr>
          <p:cNvSpPr/>
          <p:nvPr userDrawn="1"/>
        </p:nvSpPr>
        <p:spPr>
          <a:xfrm>
            <a:off x="0" y="-2871"/>
            <a:ext cx="5705115"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bg2"/>
          </a:solidFill>
          <a:ln w="18551" cap="flat">
            <a:noFill/>
            <a:prstDash val="solid"/>
            <a:miter/>
          </a:ln>
        </p:spPr>
        <p:txBody>
          <a:bodyPr wrap="square" rtlCol="0" anchor="ctr">
            <a:noAutofit/>
          </a:bodyPr>
          <a:lstStyle/>
          <a:p>
            <a:endParaRPr lang="en-US"/>
          </a:p>
        </p:txBody>
      </p:sp>
      <p:pic>
        <p:nvPicPr>
          <p:cNvPr id="8" name="Graphic 7">
            <a:extLst>
              <a:ext uri="{FF2B5EF4-FFF2-40B4-BE49-F238E27FC236}">
                <a16:creationId xmlns:a16="http://schemas.microsoft.com/office/drawing/2014/main" id="{450DDC49-068C-5C22-1242-1D223AB80CB0}"/>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3843" y="-63667"/>
            <a:ext cx="7850722"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10" name="Rectangle 9">
            <a:extLst>
              <a:ext uri="{FF2B5EF4-FFF2-40B4-BE49-F238E27FC236}">
                <a16:creationId xmlns:a16="http://schemas.microsoft.com/office/drawing/2014/main" id="{00E27D6B-61FE-5F68-1547-0B40A6BC1C37}"/>
              </a:ext>
            </a:extLst>
          </p:cNvPr>
          <p:cNvSpPr/>
          <p:nvPr userDrawn="1"/>
        </p:nvSpPr>
        <p:spPr>
          <a:xfrm>
            <a:off x="804132" y="5972428"/>
            <a:ext cx="1522535"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itchFamily="2" charset="77"/>
                <a:cs typeface="Calibri"/>
              </a:rPr>
              <a:t>Blend360.com</a:t>
            </a:r>
          </a:p>
        </p:txBody>
      </p:sp>
      <p:sp>
        <p:nvSpPr>
          <p:cNvPr id="2" name="Title 5">
            <a:extLst>
              <a:ext uri="{FF2B5EF4-FFF2-40B4-BE49-F238E27FC236}">
                <a16:creationId xmlns:a16="http://schemas.microsoft.com/office/drawing/2014/main" id="{74FA2D5B-88A6-1BEF-DFAF-25BA32AB9C03}"/>
              </a:ext>
            </a:extLst>
          </p:cNvPr>
          <p:cNvSpPr>
            <a:spLocks noGrp="1"/>
          </p:cNvSpPr>
          <p:nvPr>
            <p:ph type="title" hasCustomPrompt="1"/>
          </p:nvPr>
        </p:nvSpPr>
        <p:spPr>
          <a:xfrm>
            <a:off x="689784" y="2591531"/>
            <a:ext cx="3892505"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4" name="Text Placeholder 26">
            <a:extLst>
              <a:ext uri="{FF2B5EF4-FFF2-40B4-BE49-F238E27FC236}">
                <a16:creationId xmlns:a16="http://schemas.microsoft.com/office/drawing/2014/main" id="{0C2F341E-6B68-15FB-B963-D1171EE9E692}"/>
              </a:ext>
            </a:extLst>
          </p:cNvPr>
          <p:cNvSpPr>
            <a:spLocks noGrp="1"/>
          </p:cNvSpPr>
          <p:nvPr>
            <p:ph type="body" sz="quarter" idx="10" hasCustomPrompt="1"/>
          </p:nvPr>
        </p:nvSpPr>
        <p:spPr>
          <a:xfrm>
            <a:off x="690474" y="4069625"/>
            <a:ext cx="3892580" cy="712787"/>
          </a:xfrm>
        </p:spPr>
        <p:txBody>
          <a:bodyPr>
            <a:noAutofit/>
          </a:bodyPr>
          <a:lstStyle>
            <a:lvl1pPr marL="0" indent="0">
              <a:buNone/>
              <a:defRPr sz="1600" b="0" i="0">
                <a:solidFill>
                  <a:schemeClr val="accent2"/>
                </a:solidFill>
                <a:latin typeface="+mn-lt"/>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Tree>
    <p:extLst>
      <p:ext uri="{BB962C8B-B14F-4D97-AF65-F5344CB8AC3E}">
        <p14:creationId xmlns:p14="http://schemas.microsoft.com/office/powerpoint/2010/main" val="24848116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0" y="1282"/>
            <a:ext cx="12190392" cy="6856718"/>
          </a:xfrm>
          <a:prstGeom prst="rect">
            <a:avLst/>
          </a:prstGeom>
        </p:spPr>
      </p:pic>
      <p:sp>
        <p:nvSpPr>
          <p:cNvPr id="10" name="Picture Placeholder 5">
            <a:extLst>
              <a:ext uri="{FF2B5EF4-FFF2-40B4-BE49-F238E27FC236}">
                <a16:creationId xmlns:a16="http://schemas.microsoft.com/office/drawing/2014/main" id="{9782D546-B996-2D29-4542-F94F77CA5EFE}"/>
              </a:ext>
            </a:extLst>
          </p:cNvPr>
          <p:cNvSpPr>
            <a:spLocks noGrp="1"/>
          </p:cNvSpPr>
          <p:nvPr>
            <p:ph type="pic" sz="quarter" idx="11" hasCustomPrompt="1"/>
          </p:nvPr>
        </p:nvSpPr>
        <p:spPr>
          <a:xfrm>
            <a:off x="9671" y="-2871"/>
            <a:ext cx="12182329" cy="6857999"/>
          </a:xfrm>
          <a:solidFill>
            <a:schemeClr val="accent4">
              <a:alpha val="50000"/>
            </a:schemeClr>
          </a:solidFill>
        </p:spPr>
        <p:txBody>
          <a:bodyPr tIns="182880" rIns="274320"/>
          <a:lstStyle>
            <a:lvl1pPr marL="0" indent="0" algn="r">
              <a:buNone/>
              <a:defRPr>
                <a:solidFill>
                  <a:schemeClr val="accent2"/>
                </a:solidFill>
              </a:defRPr>
            </a:lvl1pPr>
          </a:lstStyle>
          <a:p>
            <a:r>
              <a:rPr lang="en-US"/>
              <a:t>Click Icon to Change Image</a:t>
            </a:r>
          </a:p>
        </p:txBody>
      </p:sp>
      <p:sp>
        <p:nvSpPr>
          <p:cNvPr id="5" name="Freeform 4">
            <a:extLst>
              <a:ext uri="{FF2B5EF4-FFF2-40B4-BE49-F238E27FC236}">
                <a16:creationId xmlns:a16="http://schemas.microsoft.com/office/drawing/2014/main" id="{80168284-945F-8B9D-9CB4-7B50036DE2FC}"/>
              </a:ext>
            </a:extLst>
          </p:cNvPr>
          <p:cNvSpPr/>
          <p:nvPr userDrawn="1"/>
        </p:nvSpPr>
        <p:spPr>
          <a:xfrm>
            <a:off x="0" y="-2871"/>
            <a:ext cx="5705115"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4"/>
          </a:solidFill>
          <a:ln w="18551" cap="flat">
            <a:noFill/>
            <a:prstDash val="solid"/>
            <a:miter/>
          </a:ln>
        </p:spPr>
        <p:txBody>
          <a:bodyPr wrap="square" rtlCol="0" anchor="ctr">
            <a:noAutofit/>
          </a:bodyPr>
          <a:lstStyle/>
          <a:p>
            <a:endParaRPr lang="en-US"/>
          </a:p>
        </p:txBody>
      </p:sp>
      <p:pic>
        <p:nvPicPr>
          <p:cNvPr id="6" name="Graphic 5">
            <a:extLst>
              <a:ext uri="{FF2B5EF4-FFF2-40B4-BE49-F238E27FC236}">
                <a16:creationId xmlns:a16="http://schemas.microsoft.com/office/drawing/2014/main" id="{3F8F8FB3-06C7-489C-77BA-2F06671C96AF}"/>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3843" y="-63667"/>
            <a:ext cx="7850722"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20" name="Rectangle 19">
            <a:extLst>
              <a:ext uri="{FF2B5EF4-FFF2-40B4-BE49-F238E27FC236}">
                <a16:creationId xmlns:a16="http://schemas.microsoft.com/office/drawing/2014/main" id="{76800973-7376-3714-5B15-81DFB3BB791D}"/>
              </a:ext>
            </a:extLst>
          </p:cNvPr>
          <p:cNvSpPr/>
          <p:nvPr userDrawn="1"/>
        </p:nvSpPr>
        <p:spPr>
          <a:xfrm>
            <a:off x="804132" y="5972428"/>
            <a:ext cx="1522535"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itchFamily="2" charset="77"/>
                <a:cs typeface="Calibri"/>
              </a:rPr>
              <a:t>Blend360.com</a:t>
            </a:r>
          </a:p>
        </p:txBody>
      </p:sp>
      <p:sp>
        <p:nvSpPr>
          <p:cNvPr id="2" name="Title 5">
            <a:extLst>
              <a:ext uri="{FF2B5EF4-FFF2-40B4-BE49-F238E27FC236}">
                <a16:creationId xmlns:a16="http://schemas.microsoft.com/office/drawing/2014/main" id="{B037BC89-A40E-95BF-CE90-63CAACC56D3D}"/>
              </a:ext>
            </a:extLst>
          </p:cNvPr>
          <p:cNvSpPr>
            <a:spLocks noGrp="1"/>
          </p:cNvSpPr>
          <p:nvPr>
            <p:ph type="title" hasCustomPrompt="1"/>
          </p:nvPr>
        </p:nvSpPr>
        <p:spPr>
          <a:xfrm>
            <a:off x="689784" y="2591531"/>
            <a:ext cx="3892505"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4" name="Text Placeholder 26">
            <a:extLst>
              <a:ext uri="{FF2B5EF4-FFF2-40B4-BE49-F238E27FC236}">
                <a16:creationId xmlns:a16="http://schemas.microsoft.com/office/drawing/2014/main" id="{A6CF885C-B43B-41E2-93B2-61E271745393}"/>
              </a:ext>
            </a:extLst>
          </p:cNvPr>
          <p:cNvSpPr>
            <a:spLocks noGrp="1"/>
          </p:cNvSpPr>
          <p:nvPr>
            <p:ph type="body" sz="quarter" idx="10" hasCustomPrompt="1"/>
          </p:nvPr>
        </p:nvSpPr>
        <p:spPr>
          <a:xfrm>
            <a:off x="690474" y="4069625"/>
            <a:ext cx="3892580" cy="712787"/>
          </a:xfrm>
        </p:spPr>
        <p:txBody>
          <a:bodyPr>
            <a:noAutofit/>
          </a:bodyPr>
          <a:lstStyle>
            <a:lvl1pPr marL="0" indent="0">
              <a:buNone/>
              <a:defRPr sz="1600" b="0" i="0">
                <a:solidFill>
                  <a:schemeClr val="accent2"/>
                </a:solidFill>
                <a:latin typeface="+mn-lt"/>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Tree>
    <p:extLst>
      <p:ext uri="{BB962C8B-B14F-4D97-AF65-F5344CB8AC3E}">
        <p14:creationId xmlns:p14="http://schemas.microsoft.com/office/powerpoint/2010/main" val="4136875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3_Blank Layout">
    <p:bg>
      <p:bgRef idx="1001">
        <a:schemeClr val="bg1"/>
      </p:bgRef>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B7E63E0-B48F-BECD-7BC6-6D7A41F799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1434" y="-387514"/>
            <a:ext cx="4349396" cy="7648285"/>
          </a:xfrm>
          <a:prstGeom prst="rect">
            <a:avLst/>
          </a:prstGeom>
        </p:spPr>
      </p:pic>
      <p:sp>
        <p:nvSpPr>
          <p:cNvPr id="10" name="Slide Number Placeholder 13">
            <a:extLst>
              <a:ext uri="{FF2B5EF4-FFF2-40B4-BE49-F238E27FC236}">
                <a16:creationId xmlns:a16="http://schemas.microsoft.com/office/drawing/2014/main" id="{44F33A51-D43A-54E0-9402-76225503AFE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sp>
        <p:nvSpPr>
          <p:cNvPr id="11" name="TextBox 10">
            <a:extLst>
              <a:ext uri="{FF2B5EF4-FFF2-40B4-BE49-F238E27FC236}">
                <a16:creationId xmlns:a16="http://schemas.microsoft.com/office/drawing/2014/main" id="{D4BD224E-47D3-997E-653F-7A790D4B3C4E}"/>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itchFamily="2" charset="77"/>
              </a:rPr>
              <a:t>Private and Confidential</a:t>
            </a:r>
          </a:p>
        </p:txBody>
      </p:sp>
      <p:sp>
        <p:nvSpPr>
          <p:cNvPr id="25" name="Text Placeholder 26">
            <a:extLst>
              <a:ext uri="{FF2B5EF4-FFF2-40B4-BE49-F238E27FC236}">
                <a16:creationId xmlns:a16="http://schemas.microsoft.com/office/drawing/2014/main" id="{A38A6A13-2E8D-59C7-CB00-54479F0171AD}"/>
              </a:ext>
            </a:extLst>
          </p:cNvPr>
          <p:cNvSpPr>
            <a:spLocks noGrp="1"/>
          </p:cNvSpPr>
          <p:nvPr>
            <p:ph type="body" sz="quarter" idx="10" hasCustomPrompt="1"/>
          </p:nvPr>
        </p:nvSpPr>
        <p:spPr>
          <a:xfrm>
            <a:off x="1517672" y="2789242"/>
            <a:ext cx="3851285" cy="764935"/>
          </a:xfrm>
        </p:spPr>
        <p:txBody>
          <a:bodyPr anchor="ctr">
            <a:noAutofit/>
          </a:bodyPr>
          <a:lstStyle>
            <a:lvl1pPr marL="0" indent="0">
              <a:buNone/>
              <a:defRPr sz="16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6" name="Text Placeholder 26">
            <a:extLst>
              <a:ext uri="{FF2B5EF4-FFF2-40B4-BE49-F238E27FC236}">
                <a16:creationId xmlns:a16="http://schemas.microsoft.com/office/drawing/2014/main" id="{95EE9690-BE00-5D83-A0E4-309D45CFC745}"/>
              </a:ext>
            </a:extLst>
          </p:cNvPr>
          <p:cNvSpPr>
            <a:spLocks noGrp="1"/>
          </p:cNvSpPr>
          <p:nvPr>
            <p:ph type="body" sz="quarter" idx="11" hasCustomPrompt="1"/>
          </p:nvPr>
        </p:nvSpPr>
        <p:spPr>
          <a:xfrm>
            <a:off x="6153874" y="2789242"/>
            <a:ext cx="3851285" cy="764935"/>
          </a:xfrm>
        </p:spPr>
        <p:txBody>
          <a:bodyPr anchor="ctr">
            <a:noAutofit/>
          </a:bodyPr>
          <a:lstStyle>
            <a:lvl1pPr marL="0" indent="0">
              <a:buNone/>
              <a:defRPr sz="16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9" name="Text Placeholder 26">
            <a:extLst>
              <a:ext uri="{FF2B5EF4-FFF2-40B4-BE49-F238E27FC236}">
                <a16:creationId xmlns:a16="http://schemas.microsoft.com/office/drawing/2014/main" id="{2763355E-5B50-B717-4E8E-54D1CE32B9D0}"/>
              </a:ext>
            </a:extLst>
          </p:cNvPr>
          <p:cNvSpPr>
            <a:spLocks noGrp="1"/>
          </p:cNvSpPr>
          <p:nvPr>
            <p:ph type="body" sz="quarter" idx="12" hasCustomPrompt="1"/>
          </p:nvPr>
        </p:nvSpPr>
        <p:spPr>
          <a:xfrm>
            <a:off x="1517672" y="3854975"/>
            <a:ext cx="3851285" cy="764935"/>
          </a:xfrm>
        </p:spPr>
        <p:txBody>
          <a:bodyPr anchor="ctr">
            <a:noAutofit/>
          </a:bodyPr>
          <a:lstStyle>
            <a:lvl1pPr marL="0" indent="0">
              <a:buNone/>
              <a:defRPr sz="16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0" name="Text Placeholder 26">
            <a:extLst>
              <a:ext uri="{FF2B5EF4-FFF2-40B4-BE49-F238E27FC236}">
                <a16:creationId xmlns:a16="http://schemas.microsoft.com/office/drawing/2014/main" id="{0CD4C95E-5427-0CEA-1DA0-58FBE0709E48}"/>
              </a:ext>
            </a:extLst>
          </p:cNvPr>
          <p:cNvSpPr>
            <a:spLocks noGrp="1"/>
          </p:cNvSpPr>
          <p:nvPr>
            <p:ph type="body" sz="quarter" idx="13" hasCustomPrompt="1"/>
          </p:nvPr>
        </p:nvSpPr>
        <p:spPr>
          <a:xfrm>
            <a:off x="6153874" y="3854975"/>
            <a:ext cx="3851285" cy="764935"/>
          </a:xfrm>
        </p:spPr>
        <p:txBody>
          <a:bodyPr anchor="ctr">
            <a:noAutofit/>
          </a:bodyPr>
          <a:lstStyle>
            <a:lvl1pPr marL="0" indent="0">
              <a:buNone/>
              <a:defRPr sz="16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1" name="Title 16">
            <a:extLst>
              <a:ext uri="{FF2B5EF4-FFF2-40B4-BE49-F238E27FC236}">
                <a16:creationId xmlns:a16="http://schemas.microsoft.com/office/drawing/2014/main" id="{9EE6308B-5993-BBDD-3100-A9CCF3E57694}"/>
              </a:ext>
            </a:extLst>
          </p:cNvPr>
          <p:cNvSpPr>
            <a:spLocks noGrp="1"/>
          </p:cNvSpPr>
          <p:nvPr>
            <p:ph type="title" hasCustomPrompt="1"/>
          </p:nvPr>
        </p:nvSpPr>
        <p:spPr>
          <a:xfrm>
            <a:off x="961170" y="1709878"/>
            <a:ext cx="9043990" cy="662998"/>
          </a:xfrm>
        </p:spPr>
        <p:txBody>
          <a:bodyPr>
            <a:normAutofit/>
          </a:bodyPr>
          <a:lstStyle>
            <a:lvl1pPr>
              <a:defRPr sz="3600" b="0" i="0">
                <a:solidFill>
                  <a:schemeClr val="accent1"/>
                </a:solidFill>
                <a:latin typeface="+mn-lt"/>
              </a:defRPr>
            </a:lvl1pPr>
          </a:lstStyle>
          <a:p>
            <a:r>
              <a:rPr lang="en-US"/>
              <a:t>Click to Add Title</a:t>
            </a:r>
          </a:p>
        </p:txBody>
      </p:sp>
      <p:pic>
        <p:nvPicPr>
          <p:cNvPr id="32" name="Graphic 31">
            <a:extLst>
              <a:ext uri="{FF2B5EF4-FFF2-40B4-BE49-F238E27FC236}">
                <a16:creationId xmlns:a16="http://schemas.microsoft.com/office/drawing/2014/main" id="{9758CE89-E76D-78CE-43C1-E37C210367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282" y="6496842"/>
            <a:ext cx="365724" cy="194762"/>
          </a:xfrm>
          <a:prstGeom prst="rect">
            <a:avLst/>
          </a:prstGeom>
        </p:spPr>
      </p:pic>
      <p:sp>
        <p:nvSpPr>
          <p:cNvPr id="33" name="Text Placeholder 26">
            <a:extLst>
              <a:ext uri="{FF2B5EF4-FFF2-40B4-BE49-F238E27FC236}">
                <a16:creationId xmlns:a16="http://schemas.microsoft.com/office/drawing/2014/main" id="{E70A585D-2D1A-3071-0EA0-EF693EF8F65C}"/>
              </a:ext>
            </a:extLst>
          </p:cNvPr>
          <p:cNvSpPr>
            <a:spLocks noGrp="1"/>
          </p:cNvSpPr>
          <p:nvPr>
            <p:ph type="body" sz="quarter" idx="14" hasCustomPrompt="1"/>
          </p:nvPr>
        </p:nvSpPr>
        <p:spPr>
          <a:xfrm>
            <a:off x="5589579" y="2789242"/>
            <a:ext cx="506421" cy="764935"/>
          </a:xfrm>
        </p:spPr>
        <p:txBody>
          <a:bodyPr anchor="ctr">
            <a:noAutofit/>
          </a:bodyPr>
          <a:lstStyle>
            <a:lvl1pPr marL="0" indent="0">
              <a:buNone/>
              <a:defRPr sz="16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34" name="Text Placeholder 26">
            <a:extLst>
              <a:ext uri="{FF2B5EF4-FFF2-40B4-BE49-F238E27FC236}">
                <a16:creationId xmlns:a16="http://schemas.microsoft.com/office/drawing/2014/main" id="{EE0C1B1F-DC94-46DA-B805-79C66C7CEF0C}"/>
              </a:ext>
            </a:extLst>
          </p:cNvPr>
          <p:cNvSpPr>
            <a:spLocks noGrp="1"/>
          </p:cNvSpPr>
          <p:nvPr>
            <p:ph type="body" sz="quarter" idx="15" hasCustomPrompt="1"/>
          </p:nvPr>
        </p:nvSpPr>
        <p:spPr>
          <a:xfrm>
            <a:off x="5589578" y="3854975"/>
            <a:ext cx="506421" cy="764935"/>
          </a:xfrm>
        </p:spPr>
        <p:txBody>
          <a:bodyPr anchor="ctr">
            <a:noAutofit/>
          </a:bodyPr>
          <a:lstStyle>
            <a:lvl1pPr marL="0" indent="0">
              <a:buNone/>
              <a:defRPr sz="16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38" name="Text Placeholder 26">
            <a:extLst>
              <a:ext uri="{FF2B5EF4-FFF2-40B4-BE49-F238E27FC236}">
                <a16:creationId xmlns:a16="http://schemas.microsoft.com/office/drawing/2014/main" id="{A4ED2495-ECAD-3EAC-25ED-D34F52D451BA}"/>
              </a:ext>
            </a:extLst>
          </p:cNvPr>
          <p:cNvSpPr>
            <a:spLocks noGrp="1"/>
          </p:cNvSpPr>
          <p:nvPr>
            <p:ph type="body" sz="quarter" idx="16" hasCustomPrompt="1"/>
          </p:nvPr>
        </p:nvSpPr>
        <p:spPr>
          <a:xfrm>
            <a:off x="961170" y="2789242"/>
            <a:ext cx="506421" cy="764935"/>
          </a:xfrm>
        </p:spPr>
        <p:txBody>
          <a:bodyPr anchor="ctr">
            <a:noAutofit/>
          </a:bodyPr>
          <a:lstStyle>
            <a:lvl1pPr marL="0" indent="0">
              <a:buNone/>
              <a:defRPr sz="16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9" name="Text Placeholder 26">
            <a:extLst>
              <a:ext uri="{FF2B5EF4-FFF2-40B4-BE49-F238E27FC236}">
                <a16:creationId xmlns:a16="http://schemas.microsoft.com/office/drawing/2014/main" id="{A11F73AA-F52C-94CB-14DD-1032E21D5D49}"/>
              </a:ext>
            </a:extLst>
          </p:cNvPr>
          <p:cNvSpPr>
            <a:spLocks noGrp="1"/>
          </p:cNvSpPr>
          <p:nvPr>
            <p:ph type="body" sz="quarter" idx="17" hasCustomPrompt="1"/>
          </p:nvPr>
        </p:nvSpPr>
        <p:spPr>
          <a:xfrm>
            <a:off x="961169" y="3854975"/>
            <a:ext cx="506421" cy="764935"/>
          </a:xfrm>
        </p:spPr>
        <p:txBody>
          <a:bodyPr anchor="ctr">
            <a:noAutofit/>
          </a:bodyPr>
          <a:lstStyle>
            <a:lvl1pPr marL="0" indent="0">
              <a:buNone/>
              <a:defRPr sz="16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1022238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7_Blank Layout">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F3D3C8C8-FECB-72DE-F578-BCF57C71F9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1434" y="-387514"/>
            <a:ext cx="4349396" cy="7648285"/>
          </a:xfrm>
          <a:prstGeom prst="rect">
            <a:avLst/>
          </a:prstGeom>
        </p:spPr>
      </p:pic>
      <p:pic>
        <p:nvPicPr>
          <p:cNvPr id="6" name="Graphic 5">
            <a:extLst>
              <a:ext uri="{FF2B5EF4-FFF2-40B4-BE49-F238E27FC236}">
                <a16:creationId xmlns:a16="http://schemas.microsoft.com/office/drawing/2014/main" id="{4977049C-1A0C-EB44-9043-F0D0A48A9A9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282" y="6496842"/>
            <a:ext cx="365724" cy="194762"/>
          </a:xfrm>
          <a:prstGeom prst="rect">
            <a:avLst/>
          </a:prstGeom>
        </p:spPr>
      </p:pic>
      <p:sp>
        <p:nvSpPr>
          <p:cNvPr id="7" name="Title 16">
            <a:extLst>
              <a:ext uri="{FF2B5EF4-FFF2-40B4-BE49-F238E27FC236}">
                <a16:creationId xmlns:a16="http://schemas.microsoft.com/office/drawing/2014/main" id="{9454C451-BC89-F5C8-9E09-0B8A282A2169}"/>
              </a:ext>
            </a:extLst>
          </p:cNvPr>
          <p:cNvSpPr>
            <a:spLocks noGrp="1"/>
          </p:cNvSpPr>
          <p:nvPr>
            <p:ph type="title" hasCustomPrompt="1"/>
          </p:nvPr>
        </p:nvSpPr>
        <p:spPr>
          <a:xfrm>
            <a:off x="961170" y="1709878"/>
            <a:ext cx="9043990" cy="662998"/>
          </a:xfrm>
        </p:spPr>
        <p:txBody>
          <a:bodyPr>
            <a:normAutofit/>
          </a:bodyPr>
          <a:lstStyle>
            <a:lvl1pPr>
              <a:defRPr sz="3600" b="0" i="0">
                <a:solidFill>
                  <a:schemeClr val="accent2"/>
                </a:solidFill>
                <a:latin typeface="+mn-lt"/>
              </a:defRPr>
            </a:lvl1pPr>
          </a:lstStyle>
          <a:p>
            <a:r>
              <a:rPr lang="en-US"/>
              <a:t>Click to Add Title</a:t>
            </a:r>
          </a:p>
        </p:txBody>
      </p:sp>
      <p:sp>
        <p:nvSpPr>
          <p:cNvPr id="12" name="Slide Number Placeholder 13">
            <a:extLst>
              <a:ext uri="{FF2B5EF4-FFF2-40B4-BE49-F238E27FC236}">
                <a16:creationId xmlns:a16="http://schemas.microsoft.com/office/drawing/2014/main" id="{2E13FECC-BBAB-48EC-C0CD-5955A555E8E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13" name="TextBox 12">
            <a:extLst>
              <a:ext uri="{FF2B5EF4-FFF2-40B4-BE49-F238E27FC236}">
                <a16:creationId xmlns:a16="http://schemas.microsoft.com/office/drawing/2014/main" id="{21DC6328-B0EB-05CF-AE19-7852F17088C7}"/>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14" name="Text Placeholder 26">
            <a:extLst>
              <a:ext uri="{FF2B5EF4-FFF2-40B4-BE49-F238E27FC236}">
                <a16:creationId xmlns:a16="http://schemas.microsoft.com/office/drawing/2014/main" id="{3717CAA2-F6E9-2944-FEF0-0AC5B78B52BB}"/>
              </a:ext>
            </a:extLst>
          </p:cNvPr>
          <p:cNvSpPr>
            <a:spLocks noGrp="1"/>
          </p:cNvSpPr>
          <p:nvPr>
            <p:ph type="body" sz="quarter" idx="10" hasCustomPrompt="1"/>
          </p:nvPr>
        </p:nvSpPr>
        <p:spPr>
          <a:xfrm>
            <a:off x="1517672"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5" name="Text Placeholder 26">
            <a:extLst>
              <a:ext uri="{FF2B5EF4-FFF2-40B4-BE49-F238E27FC236}">
                <a16:creationId xmlns:a16="http://schemas.microsoft.com/office/drawing/2014/main" id="{4B192409-E23E-38D9-7FF6-48CA9303DAD8}"/>
              </a:ext>
            </a:extLst>
          </p:cNvPr>
          <p:cNvSpPr>
            <a:spLocks noGrp="1"/>
          </p:cNvSpPr>
          <p:nvPr>
            <p:ph type="body" sz="quarter" idx="11" hasCustomPrompt="1"/>
          </p:nvPr>
        </p:nvSpPr>
        <p:spPr>
          <a:xfrm>
            <a:off x="6153874"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6" name="Text Placeholder 26">
            <a:extLst>
              <a:ext uri="{FF2B5EF4-FFF2-40B4-BE49-F238E27FC236}">
                <a16:creationId xmlns:a16="http://schemas.microsoft.com/office/drawing/2014/main" id="{35E92378-0A35-30F2-F088-98E510A9ABD4}"/>
              </a:ext>
            </a:extLst>
          </p:cNvPr>
          <p:cNvSpPr>
            <a:spLocks noGrp="1"/>
          </p:cNvSpPr>
          <p:nvPr>
            <p:ph type="body" sz="quarter" idx="12" hasCustomPrompt="1"/>
          </p:nvPr>
        </p:nvSpPr>
        <p:spPr>
          <a:xfrm>
            <a:off x="1517672"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7" name="Text Placeholder 26">
            <a:extLst>
              <a:ext uri="{FF2B5EF4-FFF2-40B4-BE49-F238E27FC236}">
                <a16:creationId xmlns:a16="http://schemas.microsoft.com/office/drawing/2014/main" id="{024AE8F5-DCAA-5558-5BB8-C9AB1D2638CD}"/>
              </a:ext>
            </a:extLst>
          </p:cNvPr>
          <p:cNvSpPr>
            <a:spLocks noGrp="1"/>
          </p:cNvSpPr>
          <p:nvPr>
            <p:ph type="body" sz="quarter" idx="13" hasCustomPrompt="1"/>
          </p:nvPr>
        </p:nvSpPr>
        <p:spPr>
          <a:xfrm>
            <a:off x="6153874"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01BA461-B168-1D28-B367-AFDF78BD56D1}"/>
              </a:ext>
            </a:extLst>
          </p:cNvPr>
          <p:cNvSpPr>
            <a:spLocks noGrp="1"/>
          </p:cNvSpPr>
          <p:nvPr>
            <p:ph type="body" sz="quarter" idx="14" hasCustomPrompt="1"/>
          </p:nvPr>
        </p:nvSpPr>
        <p:spPr>
          <a:xfrm>
            <a:off x="5589579"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28" name="Text Placeholder 26">
            <a:extLst>
              <a:ext uri="{FF2B5EF4-FFF2-40B4-BE49-F238E27FC236}">
                <a16:creationId xmlns:a16="http://schemas.microsoft.com/office/drawing/2014/main" id="{981D0613-DDB6-55E2-7F29-377A323B1B71}"/>
              </a:ext>
            </a:extLst>
          </p:cNvPr>
          <p:cNvSpPr>
            <a:spLocks noGrp="1"/>
          </p:cNvSpPr>
          <p:nvPr>
            <p:ph type="body" sz="quarter" idx="15" hasCustomPrompt="1"/>
          </p:nvPr>
        </p:nvSpPr>
        <p:spPr>
          <a:xfrm>
            <a:off x="5589578"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29" name="Text Placeholder 26">
            <a:extLst>
              <a:ext uri="{FF2B5EF4-FFF2-40B4-BE49-F238E27FC236}">
                <a16:creationId xmlns:a16="http://schemas.microsoft.com/office/drawing/2014/main" id="{6A52C8DF-3903-4D37-1043-B46F2171C78B}"/>
              </a:ext>
            </a:extLst>
          </p:cNvPr>
          <p:cNvSpPr>
            <a:spLocks noGrp="1"/>
          </p:cNvSpPr>
          <p:nvPr>
            <p:ph type="body" sz="quarter" idx="16" hasCustomPrompt="1"/>
          </p:nvPr>
        </p:nvSpPr>
        <p:spPr>
          <a:xfrm>
            <a:off x="961170"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0" name="Text Placeholder 26">
            <a:extLst>
              <a:ext uri="{FF2B5EF4-FFF2-40B4-BE49-F238E27FC236}">
                <a16:creationId xmlns:a16="http://schemas.microsoft.com/office/drawing/2014/main" id="{D96C6EA5-BD3A-40B9-E370-25C066EAB07B}"/>
              </a:ext>
            </a:extLst>
          </p:cNvPr>
          <p:cNvSpPr>
            <a:spLocks noGrp="1"/>
          </p:cNvSpPr>
          <p:nvPr>
            <p:ph type="body" sz="quarter" idx="17" hasCustomPrompt="1"/>
          </p:nvPr>
        </p:nvSpPr>
        <p:spPr>
          <a:xfrm>
            <a:off x="961169"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27557376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5_Blank Layout">
    <p:bg>
      <p:bgPr>
        <a:solidFill>
          <a:schemeClr val="accent4"/>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5860EC-EBD5-1284-5AD1-779762250CB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1434" y="-387514"/>
            <a:ext cx="4349396" cy="7648285"/>
          </a:xfrm>
          <a:prstGeom prst="rect">
            <a:avLst/>
          </a:prstGeom>
        </p:spPr>
      </p:pic>
      <p:sp>
        <p:nvSpPr>
          <p:cNvPr id="37" name="Title 16">
            <a:extLst>
              <a:ext uri="{FF2B5EF4-FFF2-40B4-BE49-F238E27FC236}">
                <a16:creationId xmlns:a16="http://schemas.microsoft.com/office/drawing/2014/main" id="{9E3AD48C-57BF-0EF6-D32F-A560B6D73FEA}"/>
              </a:ext>
            </a:extLst>
          </p:cNvPr>
          <p:cNvSpPr>
            <a:spLocks noGrp="1"/>
          </p:cNvSpPr>
          <p:nvPr>
            <p:ph type="title" hasCustomPrompt="1"/>
          </p:nvPr>
        </p:nvSpPr>
        <p:spPr>
          <a:xfrm>
            <a:off x="961170" y="1709878"/>
            <a:ext cx="9043990" cy="662998"/>
          </a:xfrm>
        </p:spPr>
        <p:txBody>
          <a:bodyPr>
            <a:normAutofit/>
          </a:bodyPr>
          <a:lstStyle>
            <a:lvl1pPr>
              <a:defRPr sz="3600" b="0" i="0">
                <a:solidFill>
                  <a:schemeClr val="accent2"/>
                </a:solidFill>
                <a:latin typeface="+mn-lt"/>
              </a:defRPr>
            </a:lvl1pPr>
          </a:lstStyle>
          <a:p>
            <a:r>
              <a:rPr lang="en-US"/>
              <a:t>Click to Add Title</a:t>
            </a:r>
          </a:p>
        </p:txBody>
      </p:sp>
      <p:pic>
        <p:nvPicPr>
          <p:cNvPr id="9" name="Graphic 8">
            <a:extLst>
              <a:ext uri="{FF2B5EF4-FFF2-40B4-BE49-F238E27FC236}">
                <a16:creationId xmlns:a16="http://schemas.microsoft.com/office/drawing/2014/main" id="{AF7118C1-7699-267F-B078-51E1BB4BEDD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282" y="6496842"/>
            <a:ext cx="365724" cy="194762"/>
          </a:xfrm>
          <a:prstGeom prst="rect">
            <a:avLst/>
          </a:prstGeom>
        </p:spPr>
      </p:pic>
      <p:sp>
        <p:nvSpPr>
          <p:cNvPr id="3" name="Slide Number Placeholder 13">
            <a:extLst>
              <a:ext uri="{FF2B5EF4-FFF2-40B4-BE49-F238E27FC236}">
                <a16:creationId xmlns:a16="http://schemas.microsoft.com/office/drawing/2014/main" id="{5B0C2EDA-8A2B-FFDF-090C-18B85505521C}"/>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5" name="TextBox 4">
            <a:extLst>
              <a:ext uri="{FF2B5EF4-FFF2-40B4-BE49-F238E27FC236}">
                <a16:creationId xmlns:a16="http://schemas.microsoft.com/office/drawing/2014/main" id="{53892686-74AE-215C-78FD-D667A2DDF257}"/>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6" name="Text Placeholder 26">
            <a:extLst>
              <a:ext uri="{FF2B5EF4-FFF2-40B4-BE49-F238E27FC236}">
                <a16:creationId xmlns:a16="http://schemas.microsoft.com/office/drawing/2014/main" id="{E1319FC9-9B94-7A4C-A90C-4901B76F360E}"/>
              </a:ext>
            </a:extLst>
          </p:cNvPr>
          <p:cNvSpPr>
            <a:spLocks noGrp="1"/>
          </p:cNvSpPr>
          <p:nvPr>
            <p:ph type="body" sz="quarter" idx="10" hasCustomPrompt="1"/>
          </p:nvPr>
        </p:nvSpPr>
        <p:spPr>
          <a:xfrm>
            <a:off x="1517672"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7" name="Text Placeholder 26">
            <a:extLst>
              <a:ext uri="{FF2B5EF4-FFF2-40B4-BE49-F238E27FC236}">
                <a16:creationId xmlns:a16="http://schemas.microsoft.com/office/drawing/2014/main" id="{36990E72-146E-061F-DECA-E864D245F3D5}"/>
              </a:ext>
            </a:extLst>
          </p:cNvPr>
          <p:cNvSpPr>
            <a:spLocks noGrp="1"/>
          </p:cNvSpPr>
          <p:nvPr>
            <p:ph type="body" sz="quarter" idx="11" hasCustomPrompt="1"/>
          </p:nvPr>
        </p:nvSpPr>
        <p:spPr>
          <a:xfrm>
            <a:off x="6153874"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8" name="Text Placeholder 26">
            <a:extLst>
              <a:ext uri="{FF2B5EF4-FFF2-40B4-BE49-F238E27FC236}">
                <a16:creationId xmlns:a16="http://schemas.microsoft.com/office/drawing/2014/main" id="{33EB482E-038E-4A46-5F2E-5AFD8821A756}"/>
              </a:ext>
            </a:extLst>
          </p:cNvPr>
          <p:cNvSpPr>
            <a:spLocks noGrp="1"/>
          </p:cNvSpPr>
          <p:nvPr>
            <p:ph type="body" sz="quarter" idx="12" hasCustomPrompt="1"/>
          </p:nvPr>
        </p:nvSpPr>
        <p:spPr>
          <a:xfrm>
            <a:off x="1517672"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0" name="Text Placeholder 26">
            <a:extLst>
              <a:ext uri="{FF2B5EF4-FFF2-40B4-BE49-F238E27FC236}">
                <a16:creationId xmlns:a16="http://schemas.microsoft.com/office/drawing/2014/main" id="{E8B7BE48-D402-FA6D-B9C7-85F6AA7CC378}"/>
              </a:ext>
            </a:extLst>
          </p:cNvPr>
          <p:cNvSpPr>
            <a:spLocks noGrp="1"/>
          </p:cNvSpPr>
          <p:nvPr>
            <p:ph type="body" sz="quarter" idx="13" hasCustomPrompt="1"/>
          </p:nvPr>
        </p:nvSpPr>
        <p:spPr>
          <a:xfrm>
            <a:off x="6153874"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1" name="Text Placeholder 26">
            <a:extLst>
              <a:ext uri="{FF2B5EF4-FFF2-40B4-BE49-F238E27FC236}">
                <a16:creationId xmlns:a16="http://schemas.microsoft.com/office/drawing/2014/main" id="{772E9D82-C44F-F1EA-8EDD-F9535228AB44}"/>
              </a:ext>
            </a:extLst>
          </p:cNvPr>
          <p:cNvSpPr>
            <a:spLocks noGrp="1"/>
          </p:cNvSpPr>
          <p:nvPr>
            <p:ph type="body" sz="quarter" idx="14" hasCustomPrompt="1"/>
          </p:nvPr>
        </p:nvSpPr>
        <p:spPr>
          <a:xfrm>
            <a:off x="5589579"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12" name="Text Placeholder 26">
            <a:extLst>
              <a:ext uri="{FF2B5EF4-FFF2-40B4-BE49-F238E27FC236}">
                <a16:creationId xmlns:a16="http://schemas.microsoft.com/office/drawing/2014/main" id="{D7CB2A0E-1176-0C27-A8D9-3CBFF25740A4}"/>
              </a:ext>
            </a:extLst>
          </p:cNvPr>
          <p:cNvSpPr>
            <a:spLocks noGrp="1"/>
          </p:cNvSpPr>
          <p:nvPr>
            <p:ph type="body" sz="quarter" idx="15" hasCustomPrompt="1"/>
          </p:nvPr>
        </p:nvSpPr>
        <p:spPr>
          <a:xfrm>
            <a:off x="5589578"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13" name="Text Placeholder 26">
            <a:extLst>
              <a:ext uri="{FF2B5EF4-FFF2-40B4-BE49-F238E27FC236}">
                <a16:creationId xmlns:a16="http://schemas.microsoft.com/office/drawing/2014/main" id="{5A007A47-92DC-2854-A61A-9CB5A57BB166}"/>
              </a:ext>
            </a:extLst>
          </p:cNvPr>
          <p:cNvSpPr>
            <a:spLocks noGrp="1"/>
          </p:cNvSpPr>
          <p:nvPr>
            <p:ph type="body" sz="quarter" idx="16" hasCustomPrompt="1"/>
          </p:nvPr>
        </p:nvSpPr>
        <p:spPr>
          <a:xfrm>
            <a:off x="961170"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14" name="Text Placeholder 26">
            <a:extLst>
              <a:ext uri="{FF2B5EF4-FFF2-40B4-BE49-F238E27FC236}">
                <a16:creationId xmlns:a16="http://schemas.microsoft.com/office/drawing/2014/main" id="{ABE79067-AFC0-01F6-700C-E96DCAECD4DD}"/>
              </a:ext>
            </a:extLst>
          </p:cNvPr>
          <p:cNvSpPr>
            <a:spLocks noGrp="1"/>
          </p:cNvSpPr>
          <p:nvPr>
            <p:ph type="body" sz="quarter" idx="17" hasCustomPrompt="1"/>
          </p:nvPr>
        </p:nvSpPr>
        <p:spPr>
          <a:xfrm>
            <a:off x="961169"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38215407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0_Blank Layout">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50F09B-A494-5D08-27B1-32290FA0966D}"/>
              </a:ext>
            </a:extLst>
          </p:cNvPr>
          <p:cNvPicPr>
            <a:picLocks noChangeAspect="1"/>
          </p:cNvPicPr>
          <p:nvPr userDrawn="1"/>
        </p:nvPicPr>
        <p:blipFill>
          <a:blip r:embed="rId2"/>
          <a:stretch>
            <a:fillRect/>
          </a:stretch>
        </p:blipFill>
        <p:spPr>
          <a:xfrm>
            <a:off x="127178" y="168672"/>
            <a:ext cx="6091866" cy="6520656"/>
          </a:xfrm>
          <a:prstGeom prst="rect">
            <a:avLst/>
          </a:prstGeom>
        </p:spPr>
      </p:pic>
      <p:sp>
        <p:nvSpPr>
          <p:cNvPr id="15" name="Picture Placeholder 6">
            <a:extLst>
              <a:ext uri="{FF2B5EF4-FFF2-40B4-BE49-F238E27FC236}">
                <a16:creationId xmlns:a16="http://schemas.microsoft.com/office/drawing/2014/main" id="{33978187-75CD-0F5C-BE91-98349E736F23}"/>
              </a:ext>
            </a:extLst>
          </p:cNvPr>
          <p:cNvSpPr>
            <a:spLocks noGrp="1"/>
          </p:cNvSpPr>
          <p:nvPr>
            <p:ph type="pic" idx="1" hasCustomPrompt="1"/>
          </p:nvPr>
        </p:nvSpPr>
        <p:spPr>
          <a:xfrm>
            <a:off x="127177" y="168672"/>
            <a:ext cx="6091867" cy="6520656"/>
          </a:xfrm>
          <a:solidFill>
            <a:srgbClr val="F4F3F0">
              <a:alpha val="68000"/>
            </a:srgbClr>
          </a:solidFill>
        </p:spPr>
        <p:txBody>
          <a:bodyPr lIns="91440" tIns="182880"/>
          <a:lstStyle>
            <a:lvl1pPr marL="0" indent="0">
              <a:buNone/>
              <a:defRPr>
                <a:solidFill>
                  <a:srgbClr val="003059"/>
                </a:solidFill>
                <a:latin typeface="Montserrat"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8" name="Freeform 7">
            <a:extLst>
              <a:ext uri="{FF2B5EF4-FFF2-40B4-BE49-F238E27FC236}">
                <a16:creationId xmlns:a16="http://schemas.microsoft.com/office/drawing/2014/main" id="{1E03995F-B8EA-233A-3299-941489AC32DC}"/>
              </a:ext>
            </a:extLst>
          </p:cNvPr>
          <p:cNvSpPr>
            <a:spLocks/>
          </p:cNvSpPr>
          <p:nvPr userDrawn="1"/>
        </p:nvSpPr>
        <p:spPr>
          <a:xfrm rot="10800000">
            <a:off x="7725141" y="7124"/>
            <a:ext cx="4466860"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chemeClr val="accent1">
              <a:alpha val="3705"/>
            </a:schemeClr>
          </a:solidFill>
          <a:ln w="17383" cap="flat">
            <a:noFill/>
            <a:prstDash val="solid"/>
            <a:miter/>
          </a:ln>
        </p:spPr>
        <p:txBody>
          <a:bodyPr rtlCol="0" anchor="ctr"/>
          <a:lstStyle/>
          <a:p>
            <a:endParaRPr lang="en-US" sz="1800"/>
          </a:p>
        </p:txBody>
      </p:sp>
      <p:sp>
        <p:nvSpPr>
          <p:cNvPr id="18" name="Text Placeholder 26">
            <a:extLst>
              <a:ext uri="{FF2B5EF4-FFF2-40B4-BE49-F238E27FC236}">
                <a16:creationId xmlns:a16="http://schemas.microsoft.com/office/drawing/2014/main" id="{809E5147-7114-32A7-E76B-DC0C029381DB}"/>
              </a:ext>
            </a:extLst>
          </p:cNvPr>
          <p:cNvSpPr>
            <a:spLocks noGrp="1"/>
          </p:cNvSpPr>
          <p:nvPr>
            <p:ph type="body" sz="quarter" idx="14" hasCustomPrompt="1"/>
          </p:nvPr>
        </p:nvSpPr>
        <p:spPr>
          <a:xfrm>
            <a:off x="7378865" y="2760305"/>
            <a:ext cx="4466860" cy="489559"/>
          </a:xfrm>
        </p:spPr>
        <p:txBody>
          <a:bodyPr anchor="ctr">
            <a:noAutofit/>
          </a:bodyPr>
          <a:lstStyle>
            <a:lvl1pPr marL="0" indent="0">
              <a:buNone/>
              <a:defRPr sz="24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1" name="Text Placeholder 26">
            <a:extLst>
              <a:ext uri="{FF2B5EF4-FFF2-40B4-BE49-F238E27FC236}">
                <a16:creationId xmlns:a16="http://schemas.microsoft.com/office/drawing/2014/main" id="{2083857D-063A-51AB-1DAC-53F353773323}"/>
              </a:ext>
            </a:extLst>
          </p:cNvPr>
          <p:cNvSpPr>
            <a:spLocks noGrp="1"/>
          </p:cNvSpPr>
          <p:nvPr>
            <p:ph type="body" sz="quarter" idx="15" hasCustomPrompt="1"/>
          </p:nvPr>
        </p:nvSpPr>
        <p:spPr>
          <a:xfrm>
            <a:off x="7378865" y="3371028"/>
            <a:ext cx="4466860" cy="489559"/>
          </a:xfrm>
        </p:spPr>
        <p:txBody>
          <a:bodyPr anchor="ctr">
            <a:noAutofit/>
          </a:bodyPr>
          <a:lstStyle>
            <a:lvl1pPr marL="0" indent="0">
              <a:buNone/>
              <a:defRPr sz="24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1033C3E3-1C3A-AAED-089D-31669AE118B7}"/>
              </a:ext>
            </a:extLst>
          </p:cNvPr>
          <p:cNvSpPr>
            <a:spLocks noGrp="1"/>
          </p:cNvSpPr>
          <p:nvPr>
            <p:ph type="body" sz="quarter" idx="16" hasCustomPrompt="1"/>
          </p:nvPr>
        </p:nvSpPr>
        <p:spPr>
          <a:xfrm>
            <a:off x="7378865" y="3994846"/>
            <a:ext cx="4466860" cy="489559"/>
          </a:xfrm>
        </p:spPr>
        <p:txBody>
          <a:bodyPr anchor="ctr">
            <a:noAutofit/>
          </a:bodyPr>
          <a:lstStyle>
            <a:lvl1pPr marL="0" indent="0">
              <a:buNone/>
              <a:defRPr sz="24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DF75C3C5-66BB-5BA0-BBAE-6CFE191B272B}"/>
              </a:ext>
            </a:extLst>
          </p:cNvPr>
          <p:cNvSpPr>
            <a:spLocks noGrp="1"/>
          </p:cNvSpPr>
          <p:nvPr>
            <p:ph type="body" sz="quarter" idx="17" hasCustomPrompt="1"/>
          </p:nvPr>
        </p:nvSpPr>
        <p:spPr>
          <a:xfrm>
            <a:off x="7378865" y="4616933"/>
            <a:ext cx="4466860" cy="489559"/>
          </a:xfrm>
        </p:spPr>
        <p:txBody>
          <a:bodyPr anchor="ctr">
            <a:noAutofit/>
          </a:bodyPr>
          <a:lstStyle>
            <a:lvl1pPr marL="0" indent="0">
              <a:buNone/>
              <a:defRPr sz="24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Slide Number Placeholder 13">
            <a:extLst>
              <a:ext uri="{FF2B5EF4-FFF2-40B4-BE49-F238E27FC236}">
                <a16:creationId xmlns:a16="http://schemas.microsoft.com/office/drawing/2014/main" id="{0AAB1FBD-35A4-6DF0-48E2-2610EC1DADD2}"/>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sp>
        <p:nvSpPr>
          <p:cNvPr id="28" name="TextBox 27">
            <a:extLst>
              <a:ext uri="{FF2B5EF4-FFF2-40B4-BE49-F238E27FC236}">
                <a16:creationId xmlns:a16="http://schemas.microsoft.com/office/drawing/2014/main" id="{95EFD18D-ECA8-9CF6-038D-87FF4B8D1841}"/>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itchFamily="2" charset="77"/>
              </a:rPr>
              <a:t>Private and Confidential</a:t>
            </a:r>
          </a:p>
        </p:txBody>
      </p:sp>
      <p:sp>
        <p:nvSpPr>
          <p:cNvPr id="30" name="Text Placeholder 26">
            <a:extLst>
              <a:ext uri="{FF2B5EF4-FFF2-40B4-BE49-F238E27FC236}">
                <a16:creationId xmlns:a16="http://schemas.microsoft.com/office/drawing/2014/main" id="{56DFAD5E-A376-FB77-64E3-4BAC295AE893}"/>
              </a:ext>
            </a:extLst>
          </p:cNvPr>
          <p:cNvSpPr>
            <a:spLocks noGrp="1"/>
          </p:cNvSpPr>
          <p:nvPr>
            <p:ph type="body" sz="quarter" idx="18" hasCustomPrompt="1"/>
          </p:nvPr>
        </p:nvSpPr>
        <p:spPr>
          <a:xfrm>
            <a:off x="6768586" y="2760305"/>
            <a:ext cx="490908"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2" name="Text Placeholder 26">
            <a:extLst>
              <a:ext uri="{FF2B5EF4-FFF2-40B4-BE49-F238E27FC236}">
                <a16:creationId xmlns:a16="http://schemas.microsoft.com/office/drawing/2014/main" id="{B0567ED5-0739-05AE-9CA6-BF952E09DB4E}"/>
              </a:ext>
            </a:extLst>
          </p:cNvPr>
          <p:cNvSpPr>
            <a:spLocks noGrp="1"/>
          </p:cNvSpPr>
          <p:nvPr>
            <p:ph type="body" sz="quarter" idx="19" hasCustomPrompt="1"/>
          </p:nvPr>
        </p:nvSpPr>
        <p:spPr>
          <a:xfrm>
            <a:off x="6768586" y="3367350"/>
            <a:ext cx="490908"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3" name="Text Placeholder 26">
            <a:extLst>
              <a:ext uri="{FF2B5EF4-FFF2-40B4-BE49-F238E27FC236}">
                <a16:creationId xmlns:a16="http://schemas.microsoft.com/office/drawing/2014/main" id="{9C8D3BBF-E8ED-593E-E06C-6BBF4F5C4639}"/>
              </a:ext>
            </a:extLst>
          </p:cNvPr>
          <p:cNvSpPr>
            <a:spLocks noGrp="1"/>
          </p:cNvSpPr>
          <p:nvPr>
            <p:ph type="body" sz="quarter" idx="20" hasCustomPrompt="1"/>
          </p:nvPr>
        </p:nvSpPr>
        <p:spPr>
          <a:xfrm>
            <a:off x="6768586" y="3999218"/>
            <a:ext cx="490908"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4" name="Text Placeholder 26">
            <a:extLst>
              <a:ext uri="{FF2B5EF4-FFF2-40B4-BE49-F238E27FC236}">
                <a16:creationId xmlns:a16="http://schemas.microsoft.com/office/drawing/2014/main" id="{5CAB813A-4D03-3113-CCC0-08067FDE23E4}"/>
              </a:ext>
            </a:extLst>
          </p:cNvPr>
          <p:cNvSpPr>
            <a:spLocks noGrp="1"/>
          </p:cNvSpPr>
          <p:nvPr>
            <p:ph type="body" sz="quarter" idx="21" hasCustomPrompt="1"/>
          </p:nvPr>
        </p:nvSpPr>
        <p:spPr>
          <a:xfrm>
            <a:off x="6768586" y="4616933"/>
            <a:ext cx="490908"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sp>
        <p:nvSpPr>
          <p:cNvPr id="2" name="Title 16">
            <a:extLst>
              <a:ext uri="{FF2B5EF4-FFF2-40B4-BE49-F238E27FC236}">
                <a16:creationId xmlns:a16="http://schemas.microsoft.com/office/drawing/2014/main" id="{73C34BC6-D977-EC72-B6C6-E57440222EEB}"/>
              </a:ext>
            </a:extLst>
          </p:cNvPr>
          <p:cNvSpPr>
            <a:spLocks noGrp="1"/>
          </p:cNvSpPr>
          <p:nvPr>
            <p:ph type="title" hasCustomPrompt="1"/>
          </p:nvPr>
        </p:nvSpPr>
        <p:spPr>
          <a:xfrm>
            <a:off x="6703738" y="1813414"/>
            <a:ext cx="5141987" cy="662998"/>
          </a:xfrm>
        </p:spPr>
        <p:txBody>
          <a:bodyPr>
            <a:normAutofit/>
          </a:bodyPr>
          <a:lstStyle>
            <a:lvl1pPr>
              <a:defRPr sz="3600" b="0" i="0">
                <a:solidFill>
                  <a:schemeClr val="bg2"/>
                </a:solidFill>
                <a:latin typeface="+mn-lt"/>
              </a:defRPr>
            </a:lvl1pPr>
          </a:lstStyle>
          <a:p>
            <a:r>
              <a:rPr lang="en-US"/>
              <a:t>Click to Add Title</a:t>
            </a:r>
          </a:p>
        </p:txBody>
      </p:sp>
    </p:spTree>
    <p:extLst>
      <p:ext uri="{BB962C8B-B14F-4D97-AF65-F5344CB8AC3E}">
        <p14:creationId xmlns:p14="http://schemas.microsoft.com/office/powerpoint/2010/main" val="22118865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9_Blank Layout">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C68B728-1E35-DAB6-D37E-BE9710638C33}"/>
              </a:ext>
            </a:extLst>
          </p:cNvPr>
          <p:cNvSpPr>
            <a:spLocks/>
          </p:cNvSpPr>
          <p:nvPr userDrawn="1"/>
        </p:nvSpPr>
        <p:spPr>
          <a:xfrm rot="10800000">
            <a:off x="7725141" y="7124"/>
            <a:ext cx="4466860"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chemeClr val="accent1">
              <a:lumMod val="90000"/>
              <a:lumOff val="10000"/>
              <a:alpha val="15000"/>
            </a:schemeClr>
          </a:solidFill>
          <a:ln w="17383" cap="flat">
            <a:noFill/>
            <a:prstDash val="solid"/>
            <a:miter/>
          </a:ln>
        </p:spPr>
        <p:txBody>
          <a:bodyPr rtlCol="0" anchor="ctr"/>
          <a:lstStyle/>
          <a:p>
            <a:endParaRPr lang="en-US" sz="1800"/>
          </a:p>
        </p:txBody>
      </p:sp>
      <p:sp>
        <p:nvSpPr>
          <p:cNvPr id="21" name="Text Placeholder 26">
            <a:extLst>
              <a:ext uri="{FF2B5EF4-FFF2-40B4-BE49-F238E27FC236}">
                <a16:creationId xmlns:a16="http://schemas.microsoft.com/office/drawing/2014/main" id="{4AC8179B-6035-CED6-9315-991C86DB5805}"/>
              </a:ext>
            </a:extLst>
          </p:cNvPr>
          <p:cNvSpPr>
            <a:spLocks noGrp="1"/>
          </p:cNvSpPr>
          <p:nvPr>
            <p:ph type="body" sz="quarter" idx="14" hasCustomPrompt="1"/>
          </p:nvPr>
        </p:nvSpPr>
        <p:spPr>
          <a:xfrm>
            <a:off x="7378865" y="2760305"/>
            <a:ext cx="4466860" cy="489559"/>
          </a:xfrm>
        </p:spPr>
        <p:txBody>
          <a:bodyPr anchor="ctr">
            <a:noAutofit/>
          </a:bodyPr>
          <a:lstStyle>
            <a:lvl1pPr marL="0" indent="0">
              <a:buNone/>
              <a:defRPr sz="24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59D4AA04-E647-FAB3-6813-007F335BD71B}"/>
              </a:ext>
            </a:extLst>
          </p:cNvPr>
          <p:cNvSpPr>
            <a:spLocks noGrp="1"/>
          </p:cNvSpPr>
          <p:nvPr>
            <p:ph type="body" sz="quarter" idx="15" hasCustomPrompt="1"/>
          </p:nvPr>
        </p:nvSpPr>
        <p:spPr>
          <a:xfrm>
            <a:off x="7378865" y="3371028"/>
            <a:ext cx="4466860" cy="489559"/>
          </a:xfrm>
        </p:spPr>
        <p:txBody>
          <a:bodyPr anchor="ctr">
            <a:noAutofit/>
          </a:bodyPr>
          <a:lstStyle>
            <a:lvl1pPr marL="0" indent="0">
              <a:buNone/>
              <a:defRPr sz="24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14E66A4E-16B2-46D0-AE06-1B09BC4D6870}"/>
              </a:ext>
            </a:extLst>
          </p:cNvPr>
          <p:cNvSpPr>
            <a:spLocks noGrp="1"/>
          </p:cNvSpPr>
          <p:nvPr>
            <p:ph type="body" sz="quarter" idx="16" hasCustomPrompt="1"/>
          </p:nvPr>
        </p:nvSpPr>
        <p:spPr>
          <a:xfrm>
            <a:off x="7378865" y="3994846"/>
            <a:ext cx="4466860" cy="489559"/>
          </a:xfrm>
        </p:spPr>
        <p:txBody>
          <a:bodyPr anchor="ctr">
            <a:noAutofit/>
          </a:bodyPr>
          <a:lstStyle>
            <a:lvl1pPr marL="0" indent="0">
              <a:buNone/>
              <a:defRPr sz="24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A20A81C-CB69-430D-69B0-4E694B1C8BB1}"/>
              </a:ext>
            </a:extLst>
          </p:cNvPr>
          <p:cNvSpPr>
            <a:spLocks noGrp="1"/>
          </p:cNvSpPr>
          <p:nvPr>
            <p:ph type="body" sz="quarter" idx="17" hasCustomPrompt="1"/>
          </p:nvPr>
        </p:nvSpPr>
        <p:spPr>
          <a:xfrm>
            <a:off x="7378865" y="4616933"/>
            <a:ext cx="4466860" cy="489559"/>
          </a:xfrm>
        </p:spPr>
        <p:txBody>
          <a:bodyPr anchor="ctr">
            <a:noAutofit/>
          </a:bodyPr>
          <a:lstStyle>
            <a:lvl1pPr marL="0" indent="0">
              <a:buNone/>
              <a:defRPr sz="24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8" name="Slide Number Placeholder 13">
            <a:extLst>
              <a:ext uri="{FF2B5EF4-FFF2-40B4-BE49-F238E27FC236}">
                <a16:creationId xmlns:a16="http://schemas.microsoft.com/office/drawing/2014/main" id="{C8EB8AAE-384F-B000-A155-2910EE6FFC98}"/>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29" name="TextBox 28">
            <a:extLst>
              <a:ext uri="{FF2B5EF4-FFF2-40B4-BE49-F238E27FC236}">
                <a16:creationId xmlns:a16="http://schemas.microsoft.com/office/drawing/2014/main" id="{99A56ECF-595C-D0C5-2A6F-641F07A59E1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31" name="Text Placeholder 26">
            <a:extLst>
              <a:ext uri="{FF2B5EF4-FFF2-40B4-BE49-F238E27FC236}">
                <a16:creationId xmlns:a16="http://schemas.microsoft.com/office/drawing/2014/main" id="{3C5CEA4C-2714-4E06-5DFA-C0E113EB0DD6}"/>
              </a:ext>
            </a:extLst>
          </p:cNvPr>
          <p:cNvSpPr>
            <a:spLocks noGrp="1"/>
          </p:cNvSpPr>
          <p:nvPr>
            <p:ph type="body" sz="quarter" idx="18" hasCustomPrompt="1"/>
          </p:nvPr>
        </p:nvSpPr>
        <p:spPr>
          <a:xfrm>
            <a:off x="6768586" y="2760305"/>
            <a:ext cx="490908"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2" name="Text Placeholder 26">
            <a:extLst>
              <a:ext uri="{FF2B5EF4-FFF2-40B4-BE49-F238E27FC236}">
                <a16:creationId xmlns:a16="http://schemas.microsoft.com/office/drawing/2014/main" id="{928166E6-D4E3-8BCA-88CF-E46685AAF085}"/>
              </a:ext>
            </a:extLst>
          </p:cNvPr>
          <p:cNvSpPr>
            <a:spLocks noGrp="1"/>
          </p:cNvSpPr>
          <p:nvPr>
            <p:ph type="body" sz="quarter" idx="19" hasCustomPrompt="1"/>
          </p:nvPr>
        </p:nvSpPr>
        <p:spPr>
          <a:xfrm>
            <a:off x="6768586" y="3367350"/>
            <a:ext cx="490908"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3" name="Text Placeholder 26">
            <a:extLst>
              <a:ext uri="{FF2B5EF4-FFF2-40B4-BE49-F238E27FC236}">
                <a16:creationId xmlns:a16="http://schemas.microsoft.com/office/drawing/2014/main" id="{B9932AD9-1EB0-58D8-1A8F-2E97B6F09354}"/>
              </a:ext>
            </a:extLst>
          </p:cNvPr>
          <p:cNvSpPr>
            <a:spLocks noGrp="1"/>
          </p:cNvSpPr>
          <p:nvPr>
            <p:ph type="body" sz="quarter" idx="20" hasCustomPrompt="1"/>
          </p:nvPr>
        </p:nvSpPr>
        <p:spPr>
          <a:xfrm>
            <a:off x="6768586" y="3999218"/>
            <a:ext cx="490908"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4" name="Text Placeholder 26">
            <a:extLst>
              <a:ext uri="{FF2B5EF4-FFF2-40B4-BE49-F238E27FC236}">
                <a16:creationId xmlns:a16="http://schemas.microsoft.com/office/drawing/2014/main" id="{E7086644-79D2-BA7E-0EA5-4B00BB788922}"/>
              </a:ext>
            </a:extLst>
          </p:cNvPr>
          <p:cNvSpPr>
            <a:spLocks noGrp="1"/>
          </p:cNvSpPr>
          <p:nvPr>
            <p:ph type="body" sz="quarter" idx="21" hasCustomPrompt="1"/>
          </p:nvPr>
        </p:nvSpPr>
        <p:spPr>
          <a:xfrm>
            <a:off x="6768586" y="4616933"/>
            <a:ext cx="490908"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pic>
        <p:nvPicPr>
          <p:cNvPr id="5" name="Picture 4">
            <a:extLst>
              <a:ext uri="{FF2B5EF4-FFF2-40B4-BE49-F238E27FC236}">
                <a16:creationId xmlns:a16="http://schemas.microsoft.com/office/drawing/2014/main" id="{D706B484-F545-91E1-575E-1B68B4B57EBA}"/>
              </a:ext>
            </a:extLst>
          </p:cNvPr>
          <p:cNvPicPr>
            <a:picLocks noChangeAspect="1"/>
          </p:cNvPicPr>
          <p:nvPr userDrawn="1"/>
        </p:nvPicPr>
        <p:blipFill>
          <a:blip r:embed="rId2"/>
          <a:stretch>
            <a:fillRect/>
          </a:stretch>
        </p:blipFill>
        <p:spPr>
          <a:xfrm>
            <a:off x="127178" y="168672"/>
            <a:ext cx="6091866" cy="6520656"/>
          </a:xfrm>
          <a:prstGeom prst="rect">
            <a:avLst/>
          </a:prstGeom>
        </p:spPr>
      </p:pic>
      <p:sp>
        <p:nvSpPr>
          <p:cNvPr id="7" name="Picture Placeholder 6">
            <a:extLst>
              <a:ext uri="{FF2B5EF4-FFF2-40B4-BE49-F238E27FC236}">
                <a16:creationId xmlns:a16="http://schemas.microsoft.com/office/drawing/2014/main" id="{38367485-BA9F-34C9-BD92-DB9A71331A5E}"/>
              </a:ext>
            </a:extLst>
          </p:cNvPr>
          <p:cNvSpPr>
            <a:spLocks noGrp="1"/>
          </p:cNvSpPr>
          <p:nvPr>
            <p:ph type="pic" idx="1" hasCustomPrompt="1"/>
          </p:nvPr>
        </p:nvSpPr>
        <p:spPr>
          <a:xfrm>
            <a:off x="127177" y="168672"/>
            <a:ext cx="6091867" cy="6520656"/>
          </a:xfrm>
          <a:solidFill>
            <a:schemeClr val="accent1">
              <a:alpha val="49401"/>
            </a:schemeClr>
          </a:solidFill>
        </p:spPr>
        <p:txBody>
          <a:bodyPr lIns="91440" tIns="182880"/>
          <a:lstStyle>
            <a:lvl1pPr marL="0" indent="0">
              <a:buNone/>
              <a:defRPr>
                <a:solidFill>
                  <a:srgbClr val="003059"/>
                </a:solidFill>
                <a:latin typeface="Montserrat"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2" name="Title 16">
            <a:extLst>
              <a:ext uri="{FF2B5EF4-FFF2-40B4-BE49-F238E27FC236}">
                <a16:creationId xmlns:a16="http://schemas.microsoft.com/office/drawing/2014/main" id="{8BB28B46-7A2C-A17F-84BA-8E9892658614}"/>
              </a:ext>
            </a:extLst>
          </p:cNvPr>
          <p:cNvSpPr>
            <a:spLocks noGrp="1"/>
          </p:cNvSpPr>
          <p:nvPr>
            <p:ph type="title" hasCustomPrompt="1"/>
          </p:nvPr>
        </p:nvSpPr>
        <p:spPr>
          <a:xfrm>
            <a:off x="6703738" y="1813414"/>
            <a:ext cx="5141987" cy="662998"/>
          </a:xfrm>
        </p:spPr>
        <p:txBody>
          <a:bodyPr>
            <a:normAutofit/>
          </a:bodyPr>
          <a:lstStyle>
            <a:lvl1pPr>
              <a:defRPr sz="3600" b="0" i="0">
                <a:solidFill>
                  <a:schemeClr val="accent2"/>
                </a:solidFill>
                <a:latin typeface="+mn-lt"/>
              </a:defRPr>
            </a:lvl1pPr>
          </a:lstStyle>
          <a:p>
            <a:r>
              <a:rPr lang="en-US"/>
              <a:t>Click to Add Title</a:t>
            </a:r>
          </a:p>
        </p:txBody>
      </p:sp>
    </p:spTree>
    <p:extLst>
      <p:ext uri="{BB962C8B-B14F-4D97-AF65-F5344CB8AC3E}">
        <p14:creationId xmlns:p14="http://schemas.microsoft.com/office/powerpoint/2010/main" val="31834279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0_Blank Layout">
    <p:bg>
      <p:bgPr>
        <a:solidFill>
          <a:schemeClr val="accent4"/>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C68B728-1E35-DAB6-D37E-BE9710638C33}"/>
              </a:ext>
            </a:extLst>
          </p:cNvPr>
          <p:cNvSpPr>
            <a:spLocks/>
          </p:cNvSpPr>
          <p:nvPr userDrawn="1"/>
        </p:nvSpPr>
        <p:spPr>
          <a:xfrm rot="10800000">
            <a:off x="7725141" y="7124"/>
            <a:ext cx="4466860"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527488">
              <a:alpha val="15000"/>
            </a:srgbClr>
          </a:solidFill>
          <a:ln w="17383" cap="flat">
            <a:noFill/>
            <a:prstDash val="solid"/>
            <a:miter/>
          </a:ln>
        </p:spPr>
        <p:txBody>
          <a:bodyPr rtlCol="0" anchor="ctr"/>
          <a:lstStyle/>
          <a:p>
            <a:endParaRPr lang="en-US" sz="1800"/>
          </a:p>
        </p:txBody>
      </p:sp>
      <p:sp>
        <p:nvSpPr>
          <p:cNvPr id="18" name="Text Placeholder 26">
            <a:extLst>
              <a:ext uri="{FF2B5EF4-FFF2-40B4-BE49-F238E27FC236}">
                <a16:creationId xmlns:a16="http://schemas.microsoft.com/office/drawing/2014/main" id="{A0CB40A6-AED5-7A82-0046-23AEC7B1EFA5}"/>
              </a:ext>
            </a:extLst>
          </p:cNvPr>
          <p:cNvSpPr>
            <a:spLocks noGrp="1"/>
          </p:cNvSpPr>
          <p:nvPr>
            <p:ph type="body" sz="quarter" idx="14" hasCustomPrompt="1"/>
          </p:nvPr>
        </p:nvSpPr>
        <p:spPr>
          <a:xfrm>
            <a:off x="7378865" y="2760305"/>
            <a:ext cx="4466860" cy="489559"/>
          </a:xfrm>
        </p:spPr>
        <p:txBody>
          <a:bodyPr anchor="ctr">
            <a:noAutofit/>
          </a:bodyPr>
          <a:lstStyle>
            <a:lvl1pPr marL="0" indent="0">
              <a:buNone/>
              <a:defRPr sz="2400" b="0" i="0">
                <a:solidFill>
                  <a:srgbClr val="EFEFEF"/>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1" name="Text Placeholder 26">
            <a:extLst>
              <a:ext uri="{FF2B5EF4-FFF2-40B4-BE49-F238E27FC236}">
                <a16:creationId xmlns:a16="http://schemas.microsoft.com/office/drawing/2014/main" id="{0A7730A9-7865-F1B5-06DB-EBDB3D5D6AFF}"/>
              </a:ext>
            </a:extLst>
          </p:cNvPr>
          <p:cNvSpPr>
            <a:spLocks noGrp="1"/>
          </p:cNvSpPr>
          <p:nvPr>
            <p:ph type="body" sz="quarter" idx="15" hasCustomPrompt="1"/>
          </p:nvPr>
        </p:nvSpPr>
        <p:spPr>
          <a:xfrm>
            <a:off x="7378865" y="3371028"/>
            <a:ext cx="4466860" cy="489559"/>
          </a:xfrm>
        </p:spPr>
        <p:txBody>
          <a:bodyPr anchor="ctr">
            <a:noAutofit/>
          </a:bodyPr>
          <a:lstStyle>
            <a:lvl1pPr marL="0" indent="0">
              <a:buNone/>
              <a:defRPr sz="2400" b="0" i="0">
                <a:solidFill>
                  <a:srgbClr val="EFEFEF"/>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D8C1E6A2-3613-8C67-D582-28998B5CE586}"/>
              </a:ext>
            </a:extLst>
          </p:cNvPr>
          <p:cNvSpPr>
            <a:spLocks noGrp="1"/>
          </p:cNvSpPr>
          <p:nvPr>
            <p:ph type="body" sz="quarter" idx="16" hasCustomPrompt="1"/>
          </p:nvPr>
        </p:nvSpPr>
        <p:spPr>
          <a:xfrm>
            <a:off x="7378865" y="3994846"/>
            <a:ext cx="4466860" cy="489559"/>
          </a:xfrm>
        </p:spPr>
        <p:txBody>
          <a:bodyPr anchor="ctr">
            <a:noAutofit/>
          </a:bodyPr>
          <a:lstStyle>
            <a:lvl1pPr marL="0" indent="0">
              <a:buNone/>
              <a:defRPr sz="2400" b="0" i="0">
                <a:solidFill>
                  <a:srgbClr val="EFEFEF"/>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111552A0-64AC-27B0-60F3-3B10E2D1D49F}"/>
              </a:ext>
            </a:extLst>
          </p:cNvPr>
          <p:cNvSpPr>
            <a:spLocks noGrp="1"/>
          </p:cNvSpPr>
          <p:nvPr>
            <p:ph type="body" sz="quarter" idx="17" hasCustomPrompt="1"/>
          </p:nvPr>
        </p:nvSpPr>
        <p:spPr>
          <a:xfrm>
            <a:off x="7378865" y="4616933"/>
            <a:ext cx="4466860" cy="489559"/>
          </a:xfrm>
        </p:spPr>
        <p:txBody>
          <a:bodyPr anchor="ctr">
            <a:noAutofit/>
          </a:bodyPr>
          <a:lstStyle>
            <a:lvl1pPr marL="0" indent="0">
              <a:buNone/>
              <a:defRPr sz="2400" b="0" i="0">
                <a:solidFill>
                  <a:srgbClr val="EFEFEF"/>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Slide Number Placeholder 13">
            <a:extLst>
              <a:ext uri="{FF2B5EF4-FFF2-40B4-BE49-F238E27FC236}">
                <a16:creationId xmlns:a16="http://schemas.microsoft.com/office/drawing/2014/main" id="{EADB5726-36FD-A7FC-895C-02CFE4A63EC5}"/>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28" name="TextBox 27">
            <a:extLst>
              <a:ext uri="{FF2B5EF4-FFF2-40B4-BE49-F238E27FC236}">
                <a16:creationId xmlns:a16="http://schemas.microsoft.com/office/drawing/2014/main" id="{31B5D1A6-BD95-57EB-96E4-B199DC5160E9}"/>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29" name="Text Placeholder 26">
            <a:extLst>
              <a:ext uri="{FF2B5EF4-FFF2-40B4-BE49-F238E27FC236}">
                <a16:creationId xmlns:a16="http://schemas.microsoft.com/office/drawing/2014/main" id="{E66667AA-EE85-714C-D7BA-A2048685964D}"/>
              </a:ext>
            </a:extLst>
          </p:cNvPr>
          <p:cNvSpPr>
            <a:spLocks noGrp="1"/>
          </p:cNvSpPr>
          <p:nvPr>
            <p:ph type="body" sz="quarter" idx="18" hasCustomPrompt="1"/>
          </p:nvPr>
        </p:nvSpPr>
        <p:spPr>
          <a:xfrm>
            <a:off x="6768586" y="2760305"/>
            <a:ext cx="490908"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0" name="Text Placeholder 26">
            <a:extLst>
              <a:ext uri="{FF2B5EF4-FFF2-40B4-BE49-F238E27FC236}">
                <a16:creationId xmlns:a16="http://schemas.microsoft.com/office/drawing/2014/main" id="{9AFA2DF1-F4E9-33BF-12AC-5D2CB8C82C00}"/>
              </a:ext>
            </a:extLst>
          </p:cNvPr>
          <p:cNvSpPr>
            <a:spLocks noGrp="1"/>
          </p:cNvSpPr>
          <p:nvPr>
            <p:ph type="body" sz="quarter" idx="19" hasCustomPrompt="1"/>
          </p:nvPr>
        </p:nvSpPr>
        <p:spPr>
          <a:xfrm>
            <a:off x="6768586" y="3367350"/>
            <a:ext cx="490908"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1" name="Text Placeholder 26">
            <a:extLst>
              <a:ext uri="{FF2B5EF4-FFF2-40B4-BE49-F238E27FC236}">
                <a16:creationId xmlns:a16="http://schemas.microsoft.com/office/drawing/2014/main" id="{4C6A6B89-E9ED-7803-2FA8-65F22F71C528}"/>
              </a:ext>
            </a:extLst>
          </p:cNvPr>
          <p:cNvSpPr>
            <a:spLocks noGrp="1"/>
          </p:cNvSpPr>
          <p:nvPr>
            <p:ph type="body" sz="quarter" idx="20" hasCustomPrompt="1"/>
          </p:nvPr>
        </p:nvSpPr>
        <p:spPr>
          <a:xfrm>
            <a:off x="6768586" y="3999218"/>
            <a:ext cx="490908"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2" name="Text Placeholder 26">
            <a:extLst>
              <a:ext uri="{FF2B5EF4-FFF2-40B4-BE49-F238E27FC236}">
                <a16:creationId xmlns:a16="http://schemas.microsoft.com/office/drawing/2014/main" id="{20FC3E54-F227-429C-8529-FD0CBC4E2932}"/>
              </a:ext>
            </a:extLst>
          </p:cNvPr>
          <p:cNvSpPr>
            <a:spLocks noGrp="1"/>
          </p:cNvSpPr>
          <p:nvPr>
            <p:ph type="body" sz="quarter" idx="21" hasCustomPrompt="1"/>
          </p:nvPr>
        </p:nvSpPr>
        <p:spPr>
          <a:xfrm>
            <a:off x="6768586" y="4616933"/>
            <a:ext cx="490908"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pic>
        <p:nvPicPr>
          <p:cNvPr id="9" name="Picture 8">
            <a:extLst>
              <a:ext uri="{FF2B5EF4-FFF2-40B4-BE49-F238E27FC236}">
                <a16:creationId xmlns:a16="http://schemas.microsoft.com/office/drawing/2014/main" id="{CE42E225-BEE5-39E0-ED1C-BA3E3C5565E9}"/>
              </a:ext>
            </a:extLst>
          </p:cNvPr>
          <p:cNvPicPr>
            <a:picLocks noChangeAspect="1"/>
          </p:cNvPicPr>
          <p:nvPr userDrawn="1"/>
        </p:nvPicPr>
        <p:blipFill>
          <a:blip r:embed="rId2"/>
          <a:stretch>
            <a:fillRect/>
          </a:stretch>
        </p:blipFill>
        <p:spPr>
          <a:xfrm>
            <a:off x="127178" y="168672"/>
            <a:ext cx="6091866" cy="6520656"/>
          </a:xfrm>
          <a:prstGeom prst="rect">
            <a:avLst/>
          </a:prstGeom>
        </p:spPr>
      </p:pic>
      <p:sp>
        <p:nvSpPr>
          <p:cNvPr id="10" name="Picture Placeholder 6">
            <a:extLst>
              <a:ext uri="{FF2B5EF4-FFF2-40B4-BE49-F238E27FC236}">
                <a16:creationId xmlns:a16="http://schemas.microsoft.com/office/drawing/2014/main" id="{3E1864D6-5654-1923-9E1C-E22E43D9DAC1}"/>
              </a:ext>
            </a:extLst>
          </p:cNvPr>
          <p:cNvSpPr>
            <a:spLocks noGrp="1"/>
          </p:cNvSpPr>
          <p:nvPr>
            <p:ph type="pic" idx="1" hasCustomPrompt="1"/>
          </p:nvPr>
        </p:nvSpPr>
        <p:spPr>
          <a:xfrm>
            <a:off x="127177" y="168672"/>
            <a:ext cx="6091867" cy="6520656"/>
          </a:xfrm>
          <a:solidFill>
            <a:schemeClr val="accent4">
              <a:alpha val="49401"/>
            </a:schemeClr>
          </a:solidFill>
        </p:spPr>
        <p:txBody>
          <a:bodyPr lIns="91440" tIns="182880"/>
          <a:lstStyle>
            <a:lvl1pPr marL="0" indent="0">
              <a:buNone/>
              <a:defRPr>
                <a:solidFill>
                  <a:schemeClr val="accent4"/>
                </a:solidFill>
                <a:latin typeface="Montserrat"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2" name="Title 16">
            <a:extLst>
              <a:ext uri="{FF2B5EF4-FFF2-40B4-BE49-F238E27FC236}">
                <a16:creationId xmlns:a16="http://schemas.microsoft.com/office/drawing/2014/main" id="{AC69F9D5-ED5E-3971-8130-8BD4E7D2A208}"/>
              </a:ext>
            </a:extLst>
          </p:cNvPr>
          <p:cNvSpPr>
            <a:spLocks noGrp="1"/>
          </p:cNvSpPr>
          <p:nvPr>
            <p:ph type="title" hasCustomPrompt="1"/>
          </p:nvPr>
        </p:nvSpPr>
        <p:spPr>
          <a:xfrm>
            <a:off x="6703738" y="1813414"/>
            <a:ext cx="5141987" cy="662998"/>
          </a:xfrm>
        </p:spPr>
        <p:txBody>
          <a:bodyPr>
            <a:normAutofit/>
          </a:bodyPr>
          <a:lstStyle>
            <a:lvl1pPr>
              <a:defRPr sz="3600" b="0" i="0">
                <a:solidFill>
                  <a:schemeClr val="accent2"/>
                </a:solidFill>
                <a:latin typeface="+mn-lt"/>
              </a:defRPr>
            </a:lvl1pPr>
          </a:lstStyle>
          <a:p>
            <a:r>
              <a:rPr lang="en-US"/>
              <a:t>Click to Add Title</a:t>
            </a:r>
          </a:p>
        </p:txBody>
      </p:sp>
    </p:spTree>
    <p:extLst>
      <p:ext uri="{BB962C8B-B14F-4D97-AF65-F5344CB8AC3E}">
        <p14:creationId xmlns:p14="http://schemas.microsoft.com/office/powerpoint/2010/main" val="32676539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4_Blank Layou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7552" y="0"/>
            <a:ext cx="6164448"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37383046-FDF0-07F4-49BB-257AAA38830B}"/>
              </a:ext>
            </a:extLst>
          </p:cNvPr>
          <p:cNvSpPr>
            <a:spLocks noGrp="1"/>
          </p:cNvSpPr>
          <p:nvPr>
            <p:ph type="title" hasCustomPrompt="1"/>
          </p:nvPr>
        </p:nvSpPr>
        <p:spPr>
          <a:xfrm>
            <a:off x="689784" y="2766220"/>
            <a:ext cx="5258297" cy="1325563"/>
          </a:xfrm>
        </p:spPr>
        <p:txBody>
          <a:bodyPr>
            <a:noAutofit/>
          </a:bodyPr>
          <a:lstStyle>
            <a:lvl1pPr>
              <a:defRPr sz="4400" b="0" i="0">
                <a:solidFill>
                  <a:schemeClr val="accent1"/>
                </a:solidFill>
                <a:latin typeface="+mj-lt"/>
              </a:defRPr>
            </a:lvl1pPr>
          </a:lstStyle>
          <a:p>
            <a:r>
              <a:rPr lang="en-US"/>
              <a:t>Click to Add Title</a:t>
            </a:r>
          </a:p>
        </p:txBody>
      </p:sp>
      <p:pic>
        <p:nvPicPr>
          <p:cNvPr id="3" name="Graphic 2">
            <a:extLst>
              <a:ext uri="{FF2B5EF4-FFF2-40B4-BE49-F238E27FC236}">
                <a16:creationId xmlns:a16="http://schemas.microsoft.com/office/drawing/2014/main" id="{F42E0078-518F-0775-395B-44BB00E088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282" y="6496842"/>
            <a:ext cx="365724" cy="194762"/>
          </a:xfrm>
          <a:prstGeom prst="rect">
            <a:avLst/>
          </a:prstGeom>
        </p:spPr>
      </p:pic>
      <p:sp>
        <p:nvSpPr>
          <p:cNvPr id="4" name="Slide Number Placeholder 13">
            <a:extLst>
              <a:ext uri="{FF2B5EF4-FFF2-40B4-BE49-F238E27FC236}">
                <a16:creationId xmlns:a16="http://schemas.microsoft.com/office/drawing/2014/main" id="{0B3CA4CB-00E8-E7C2-7117-5839F34D2015}"/>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8" name="TextBox 7">
            <a:extLst>
              <a:ext uri="{FF2B5EF4-FFF2-40B4-BE49-F238E27FC236}">
                <a16:creationId xmlns:a16="http://schemas.microsoft.com/office/drawing/2014/main" id="{8124E859-886D-2C3F-A009-2815A44F2A1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Tree>
    <p:extLst>
      <p:ext uri="{BB962C8B-B14F-4D97-AF65-F5344CB8AC3E}">
        <p14:creationId xmlns:p14="http://schemas.microsoft.com/office/powerpoint/2010/main" val="7911346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5_Blank Layout">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7552" y="0"/>
            <a:ext cx="6164448"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6FB1D025-9882-7DC0-721A-FF17CF362B86}"/>
              </a:ext>
            </a:extLst>
          </p:cNvPr>
          <p:cNvSpPr>
            <a:spLocks noGrp="1"/>
          </p:cNvSpPr>
          <p:nvPr>
            <p:ph type="title" hasCustomPrompt="1"/>
          </p:nvPr>
        </p:nvSpPr>
        <p:spPr>
          <a:xfrm>
            <a:off x="689784" y="2766220"/>
            <a:ext cx="5258297" cy="1325563"/>
          </a:xfrm>
        </p:spPr>
        <p:txBody>
          <a:bodyPr>
            <a:noAutofit/>
          </a:bodyPr>
          <a:lstStyle>
            <a:lvl1pPr>
              <a:defRPr sz="4400" b="0" i="0">
                <a:solidFill>
                  <a:schemeClr val="accent1"/>
                </a:solidFill>
                <a:latin typeface="+mj-lt"/>
              </a:defRPr>
            </a:lvl1pPr>
          </a:lstStyle>
          <a:p>
            <a:r>
              <a:rPr lang="en-US"/>
              <a:t>Click to Add Title</a:t>
            </a:r>
          </a:p>
        </p:txBody>
      </p:sp>
      <p:pic>
        <p:nvPicPr>
          <p:cNvPr id="7" name="Graphic 6">
            <a:extLst>
              <a:ext uri="{FF2B5EF4-FFF2-40B4-BE49-F238E27FC236}">
                <a16:creationId xmlns:a16="http://schemas.microsoft.com/office/drawing/2014/main" id="{6ABCB10E-8358-7290-8B97-911E27162AF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282" y="6496842"/>
            <a:ext cx="365724" cy="194762"/>
          </a:xfrm>
          <a:prstGeom prst="rect">
            <a:avLst/>
          </a:prstGeom>
        </p:spPr>
      </p:pic>
      <p:sp>
        <p:nvSpPr>
          <p:cNvPr id="8" name="Slide Number Placeholder 13">
            <a:extLst>
              <a:ext uri="{FF2B5EF4-FFF2-40B4-BE49-F238E27FC236}">
                <a16:creationId xmlns:a16="http://schemas.microsoft.com/office/drawing/2014/main" id="{8A5A3719-3F72-2168-E169-A0B7AD5FDD2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A2F3F3"/>
                </a:solidFill>
                <a:latin typeface="Montserrat" pitchFamily="2" charset="77"/>
              </a:rPr>
              <a:pPr/>
              <a:t>‹#›</a:t>
            </a:fld>
            <a:endParaRPr lang="en-US" sz="800">
              <a:solidFill>
                <a:srgbClr val="A2F3F3"/>
              </a:solidFill>
              <a:latin typeface="Montserrat" pitchFamily="2" charset="77"/>
            </a:endParaRPr>
          </a:p>
        </p:txBody>
      </p:sp>
      <p:sp>
        <p:nvSpPr>
          <p:cNvPr id="10" name="TextBox 9">
            <a:extLst>
              <a:ext uri="{FF2B5EF4-FFF2-40B4-BE49-F238E27FC236}">
                <a16:creationId xmlns:a16="http://schemas.microsoft.com/office/drawing/2014/main" id="{0B81B56D-D149-DEF4-4E80-C007D4CD0A79}"/>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A2F3F3"/>
                </a:solidFill>
                <a:effectLst/>
                <a:uLnTx/>
                <a:uFillTx/>
                <a:latin typeface="Montserrat" pitchFamily="2" charset="77"/>
              </a:rPr>
              <a:t>Private and Confidential</a:t>
            </a:r>
          </a:p>
        </p:txBody>
      </p:sp>
    </p:spTree>
    <p:extLst>
      <p:ext uri="{BB962C8B-B14F-4D97-AF65-F5344CB8AC3E}">
        <p14:creationId xmlns:p14="http://schemas.microsoft.com/office/powerpoint/2010/main" val="255679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6_Blank Layout">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7552" y="0"/>
            <a:ext cx="6164448"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75929ED8-10F1-8065-458C-FE1AE4A172F8}"/>
              </a:ext>
            </a:extLst>
          </p:cNvPr>
          <p:cNvSpPr>
            <a:spLocks noGrp="1"/>
          </p:cNvSpPr>
          <p:nvPr>
            <p:ph type="title" hasCustomPrompt="1"/>
          </p:nvPr>
        </p:nvSpPr>
        <p:spPr>
          <a:xfrm>
            <a:off x="689784" y="2766220"/>
            <a:ext cx="5258297" cy="1325563"/>
          </a:xfrm>
        </p:spPr>
        <p:txBody>
          <a:bodyPr>
            <a:noAutofit/>
          </a:bodyPr>
          <a:lstStyle>
            <a:lvl1pPr>
              <a:defRPr sz="4400" b="0" i="0">
                <a:solidFill>
                  <a:schemeClr val="tx1"/>
                </a:solidFill>
                <a:latin typeface="+mj-lt"/>
              </a:defRPr>
            </a:lvl1pPr>
          </a:lstStyle>
          <a:p>
            <a:r>
              <a:rPr lang="en-US"/>
              <a:t>Click to Add Title</a:t>
            </a:r>
          </a:p>
        </p:txBody>
      </p:sp>
      <p:pic>
        <p:nvPicPr>
          <p:cNvPr id="7" name="Graphic 6">
            <a:extLst>
              <a:ext uri="{FF2B5EF4-FFF2-40B4-BE49-F238E27FC236}">
                <a16:creationId xmlns:a16="http://schemas.microsoft.com/office/drawing/2014/main" id="{5A8EB7C9-2349-0C5B-E393-A94E1A77C73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282" y="6496842"/>
            <a:ext cx="365724" cy="194762"/>
          </a:xfrm>
          <a:prstGeom prst="rect">
            <a:avLst/>
          </a:prstGeom>
        </p:spPr>
      </p:pic>
      <p:sp>
        <p:nvSpPr>
          <p:cNvPr id="8" name="Slide Number Placeholder 13">
            <a:extLst>
              <a:ext uri="{FF2B5EF4-FFF2-40B4-BE49-F238E27FC236}">
                <a16:creationId xmlns:a16="http://schemas.microsoft.com/office/drawing/2014/main" id="{2CE62664-3379-F72A-07A5-5F6C87BE9C44}"/>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sp>
        <p:nvSpPr>
          <p:cNvPr id="10" name="TextBox 9">
            <a:extLst>
              <a:ext uri="{FF2B5EF4-FFF2-40B4-BE49-F238E27FC236}">
                <a16:creationId xmlns:a16="http://schemas.microsoft.com/office/drawing/2014/main" id="{6E8972BD-CF4B-DCB9-D417-2EA39C6906D2}"/>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itchFamily="2" charset="77"/>
              </a:rPr>
              <a:t>Private and Confidential</a:t>
            </a:r>
          </a:p>
        </p:txBody>
      </p:sp>
    </p:spTree>
    <p:extLst>
      <p:ext uri="{BB962C8B-B14F-4D97-AF65-F5344CB8AC3E}">
        <p14:creationId xmlns:p14="http://schemas.microsoft.com/office/powerpoint/2010/main" val="40223730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7_Blank Layout">
    <p:bg>
      <p:bgPr>
        <a:solidFill>
          <a:schemeClr val="accent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7552" y="0"/>
            <a:ext cx="6164448"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B3508764-3A47-53E0-B15A-D6B364F6D3A6}"/>
              </a:ext>
            </a:extLst>
          </p:cNvPr>
          <p:cNvSpPr>
            <a:spLocks noGrp="1"/>
          </p:cNvSpPr>
          <p:nvPr>
            <p:ph type="title" hasCustomPrompt="1"/>
          </p:nvPr>
        </p:nvSpPr>
        <p:spPr>
          <a:xfrm>
            <a:off x="689784" y="2766220"/>
            <a:ext cx="5258297" cy="1325563"/>
          </a:xfrm>
        </p:spPr>
        <p:txBody>
          <a:bodyPr>
            <a:noAutofit/>
          </a:bodyPr>
          <a:lstStyle>
            <a:lvl1pPr>
              <a:defRPr sz="4400" b="0" i="0">
                <a:solidFill>
                  <a:schemeClr val="tx1"/>
                </a:solidFill>
                <a:latin typeface="+mj-lt"/>
              </a:defRPr>
            </a:lvl1pPr>
          </a:lstStyle>
          <a:p>
            <a:r>
              <a:rPr lang="en-US"/>
              <a:t>Click to Add Title</a:t>
            </a:r>
          </a:p>
        </p:txBody>
      </p:sp>
      <p:pic>
        <p:nvPicPr>
          <p:cNvPr id="8" name="Graphic 7">
            <a:extLst>
              <a:ext uri="{FF2B5EF4-FFF2-40B4-BE49-F238E27FC236}">
                <a16:creationId xmlns:a16="http://schemas.microsoft.com/office/drawing/2014/main" id="{8EFBF7C8-A378-FA84-9500-3136EB8044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282" y="6496842"/>
            <a:ext cx="365724" cy="194762"/>
          </a:xfrm>
          <a:prstGeom prst="rect">
            <a:avLst/>
          </a:prstGeom>
        </p:spPr>
      </p:pic>
      <p:sp>
        <p:nvSpPr>
          <p:cNvPr id="10" name="Slide Number Placeholder 13">
            <a:extLst>
              <a:ext uri="{FF2B5EF4-FFF2-40B4-BE49-F238E27FC236}">
                <a16:creationId xmlns:a16="http://schemas.microsoft.com/office/drawing/2014/main" id="{2508B8A1-ADF6-6962-C302-E634B45FACBA}"/>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314550"/>
                </a:solidFill>
                <a:latin typeface="Montserrat" pitchFamily="2" charset="77"/>
              </a:rPr>
              <a:pPr/>
              <a:t>‹#›</a:t>
            </a:fld>
            <a:endParaRPr lang="en-US" sz="800">
              <a:solidFill>
                <a:srgbClr val="314550"/>
              </a:solidFill>
              <a:latin typeface="Montserrat" pitchFamily="2" charset="77"/>
            </a:endParaRPr>
          </a:p>
        </p:txBody>
      </p:sp>
      <p:sp>
        <p:nvSpPr>
          <p:cNvPr id="11" name="TextBox 10">
            <a:extLst>
              <a:ext uri="{FF2B5EF4-FFF2-40B4-BE49-F238E27FC236}">
                <a16:creationId xmlns:a16="http://schemas.microsoft.com/office/drawing/2014/main" id="{5A905F13-C7C2-A209-FE53-8641D9E22971}"/>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314550"/>
                </a:solidFill>
                <a:effectLst/>
                <a:uLnTx/>
                <a:uFillTx/>
                <a:latin typeface="Montserrat" pitchFamily="2" charset="77"/>
              </a:rPr>
              <a:t>Private and Confidential</a:t>
            </a:r>
          </a:p>
        </p:txBody>
      </p:sp>
    </p:spTree>
    <p:extLst>
      <p:ext uri="{BB962C8B-B14F-4D97-AF65-F5344CB8AC3E}">
        <p14:creationId xmlns:p14="http://schemas.microsoft.com/office/powerpoint/2010/main" val="34287086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1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around a table&#10;&#10;Description automatically generated">
            <a:extLst>
              <a:ext uri="{FF2B5EF4-FFF2-40B4-BE49-F238E27FC236}">
                <a16:creationId xmlns:a16="http://schemas.microsoft.com/office/drawing/2014/main" id="{5821DC15-D35E-1617-7D2E-52211B44D648}"/>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5746"/>
          <a:stretch/>
        </p:blipFill>
        <p:spPr>
          <a:xfrm flipH="1">
            <a:off x="20" y="1282"/>
            <a:ext cx="12190392" cy="6856718"/>
          </a:xfrm>
          <a:prstGeom prst="rect">
            <a:avLst/>
          </a:prstGeom>
        </p:spPr>
      </p:pic>
      <p:sp>
        <p:nvSpPr>
          <p:cNvPr id="9" name="Picture Placeholder 6">
            <a:extLst>
              <a:ext uri="{FF2B5EF4-FFF2-40B4-BE49-F238E27FC236}">
                <a16:creationId xmlns:a16="http://schemas.microsoft.com/office/drawing/2014/main" id="{34EB2FB5-65CD-5426-4E77-13DE92392510}"/>
              </a:ext>
            </a:extLst>
          </p:cNvPr>
          <p:cNvSpPr>
            <a:spLocks noGrp="1"/>
          </p:cNvSpPr>
          <p:nvPr>
            <p:ph type="pic" idx="1" hasCustomPrompt="1"/>
          </p:nvPr>
        </p:nvSpPr>
        <p:spPr>
          <a:xfrm>
            <a:off x="804" y="641"/>
            <a:ext cx="12190392" cy="6857359"/>
          </a:xfrm>
          <a:solidFill>
            <a:srgbClr val="354C58">
              <a:alpha val="55000"/>
            </a:srgbClr>
          </a:solidFill>
        </p:spPr>
        <p:txBody>
          <a:bodyPr lIns="91440" tIns="182880" rIns="182880"/>
          <a:lstStyle>
            <a:lvl1pPr marL="0" indent="0" algn="r">
              <a:buNone/>
              <a:defRPr b="0" cap="none" spc="0">
                <a:ln w="0"/>
                <a:solidFill>
                  <a:srgbClr val="F4F3F0"/>
                </a:solidFill>
                <a:effectLst/>
              </a:defRPr>
            </a:lvl1pPr>
          </a:lstStyle>
          <a:p>
            <a:r>
              <a:rPr lang="en-US">
                <a:solidFill>
                  <a:srgbClr val="003059"/>
                </a:solidFill>
                <a:latin typeface="Montserrat" pitchFamily="2" charset="77"/>
              </a:rPr>
              <a:t>Click Icon to Change Image</a:t>
            </a:r>
          </a:p>
        </p:txBody>
      </p:sp>
      <p:sp>
        <p:nvSpPr>
          <p:cNvPr id="10" name="Title 5">
            <a:extLst>
              <a:ext uri="{FF2B5EF4-FFF2-40B4-BE49-F238E27FC236}">
                <a16:creationId xmlns:a16="http://schemas.microsoft.com/office/drawing/2014/main" id="{66A0AC46-D6C3-F3EC-280B-205EB9224D87}"/>
              </a:ext>
            </a:extLst>
          </p:cNvPr>
          <p:cNvSpPr>
            <a:spLocks noGrp="1"/>
          </p:cNvSpPr>
          <p:nvPr>
            <p:ph type="title" hasCustomPrompt="1"/>
          </p:nvPr>
        </p:nvSpPr>
        <p:spPr>
          <a:xfrm>
            <a:off x="247548" y="349590"/>
            <a:ext cx="5258297" cy="1325563"/>
          </a:xfrm>
        </p:spPr>
        <p:txBody>
          <a:bodyPr>
            <a:noAutofit/>
          </a:bodyPr>
          <a:lstStyle>
            <a:lvl1pPr>
              <a:defRPr sz="4400" b="0" i="0">
                <a:solidFill>
                  <a:schemeClr val="tx1"/>
                </a:solidFill>
                <a:latin typeface="+mj-lt"/>
              </a:defRPr>
            </a:lvl1pPr>
          </a:lstStyle>
          <a:p>
            <a:r>
              <a:rPr lang="en-US"/>
              <a:t>Click to Add Title</a:t>
            </a:r>
          </a:p>
        </p:txBody>
      </p:sp>
      <p:pic>
        <p:nvPicPr>
          <p:cNvPr id="11" name="Graphic 10">
            <a:extLst>
              <a:ext uri="{FF2B5EF4-FFF2-40B4-BE49-F238E27FC236}">
                <a16:creationId xmlns:a16="http://schemas.microsoft.com/office/drawing/2014/main" id="{F3CE833F-590E-E457-5307-48C170F86D0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9282" y="5609959"/>
            <a:ext cx="2031115" cy="1081646"/>
          </a:xfrm>
          <a:prstGeom prst="rect">
            <a:avLst/>
          </a:prstGeom>
        </p:spPr>
      </p:pic>
      <p:sp>
        <p:nvSpPr>
          <p:cNvPr id="14" name="Slide Number Placeholder 13">
            <a:extLst>
              <a:ext uri="{FF2B5EF4-FFF2-40B4-BE49-F238E27FC236}">
                <a16:creationId xmlns:a16="http://schemas.microsoft.com/office/drawing/2014/main" id="{988BF45E-D89C-8AC1-5433-945AFBF85B1C}"/>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15" name="TextBox 14">
            <a:extLst>
              <a:ext uri="{FF2B5EF4-FFF2-40B4-BE49-F238E27FC236}">
                <a16:creationId xmlns:a16="http://schemas.microsoft.com/office/drawing/2014/main" id="{4F8ACA2E-1095-998F-ED9A-60959689C7BE}"/>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Tree>
    <p:extLst>
      <p:ext uri="{BB962C8B-B14F-4D97-AF65-F5344CB8AC3E}">
        <p14:creationId xmlns:p14="http://schemas.microsoft.com/office/powerpoint/2010/main" val="14855583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Blank Layout">
    <p:bg>
      <p:bgPr>
        <a:solidFill>
          <a:schemeClr val="bg1"/>
        </a:solidFill>
        <a:effectLst/>
      </p:bgPr>
    </p:bg>
    <p:spTree>
      <p:nvGrpSpPr>
        <p:cNvPr id="1" name=""/>
        <p:cNvGrpSpPr/>
        <p:nvPr/>
      </p:nvGrpSpPr>
      <p:grpSpPr>
        <a:xfrm>
          <a:off x="0" y="0"/>
          <a:ext cx="0" cy="0"/>
          <a:chOff x="0" y="0"/>
          <a:chExt cx="0" cy="0"/>
        </a:xfrm>
      </p:grpSpPr>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8" name="Picture Placeholder 6">
            <a:extLst>
              <a:ext uri="{FF2B5EF4-FFF2-40B4-BE49-F238E27FC236}">
                <a16:creationId xmlns:a16="http://schemas.microsoft.com/office/drawing/2014/main" id="{4B643D61-4E19-F932-F775-2196CE08F23F}"/>
              </a:ext>
            </a:extLst>
          </p:cNvPr>
          <p:cNvSpPr>
            <a:spLocks noGrp="1"/>
          </p:cNvSpPr>
          <p:nvPr>
            <p:ph type="pic" idx="1" hasCustomPrompt="1"/>
          </p:nvPr>
        </p:nvSpPr>
        <p:spPr>
          <a:xfrm>
            <a:off x="1415180" y="1597328"/>
            <a:ext cx="1828800" cy="1828800"/>
          </a:xfrm>
          <a:solidFill>
            <a:schemeClr val="bg2">
              <a:alpha val="68000"/>
            </a:schemeClr>
          </a:solidFill>
        </p:spPr>
        <p:txBody>
          <a:bodyPr>
            <a:normAutofit/>
          </a:bodyPr>
          <a:lstStyle>
            <a:lvl1pPr marL="0" indent="0">
              <a:buNone/>
              <a:defRPr sz="1400">
                <a:solidFill>
                  <a:schemeClr val="bg2"/>
                </a:solidFill>
                <a:latin typeface="+mn-lt"/>
              </a:defRPr>
            </a:lvl1pPr>
          </a:lstStyle>
          <a:p>
            <a:r>
              <a:rPr lang="en-US">
                <a:solidFill>
                  <a:srgbClr val="003059"/>
                </a:solidFill>
                <a:latin typeface="Montserrat" pitchFamily="2" charset="77"/>
              </a:rPr>
              <a:t>Click Icon to Add Logo</a:t>
            </a:r>
          </a:p>
        </p:txBody>
      </p:sp>
      <p:sp>
        <p:nvSpPr>
          <p:cNvPr id="14" name="Rounded Rectangle 13">
            <a:extLst>
              <a:ext uri="{FF2B5EF4-FFF2-40B4-BE49-F238E27FC236}">
                <a16:creationId xmlns:a16="http://schemas.microsoft.com/office/drawing/2014/main" id="{50AE0F57-D710-3C6D-A649-042A87886C8E}"/>
              </a:ext>
            </a:extLst>
          </p:cNvPr>
          <p:cNvSpPr/>
          <p:nvPr userDrawn="1"/>
        </p:nvSpPr>
        <p:spPr>
          <a:xfrm>
            <a:off x="1278020" y="1460168"/>
            <a:ext cx="2103120"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21" name="Picture Placeholder 6">
            <a:extLst>
              <a:ext uri="{FF2B5EF4-FFF2-40B4-BE49-F238E27FC236}">
                <a16:creationId xmlns:a16="http://schemas.microsoft.com/office/drawing/2014/main" id="{8EC69596-F447-3B71-2BBB-19094B8B5531}"/>
              </a:ext>
            </a:extLst>
          </p:cNvPr>
          <p:cNvSpPr>
            <a:spLocks noGrp="1"/>
          </p:cNvSpPr>
          <p:nvPr>
            <p:ph type="pic" idx="10" hasCustomPrompt="1"/>
          </p:nvPr>
        </p:nvSpPr>
        <p:spPr>
          <a:xfrm>
            <a:off x="3936145" y="1597328"/>
            <a:ext cx="1828800" cy="1828800"/>
          </a:xfrm>
          <a:solidFill>
            <a:schemeClr val="bg2">
              <a:alpha val="68000"/>
            </a:schemeClr>
          </a:solidFill>
        </p:spPr>
        <p:txBody>
          <a:bodyPr>
            <a:normAutofit/>
          </a:bodyPr>
          <a:lstStyle>
            <a:lvl1pPr marL="0" indent="0">
              <a:buNone/>
              <a:defRPr sz="1400">
                <a:solidFill>
                  <a:schemeClr val="bg2"/>
                </a:solidFill>
                <a:latin typeface="+mn-lt"/>
              </a:defRPr>
            </a:lvl1pPr>
          </a:lstStyle>
          <a:p>
            <a:r>
              <a:rPr lang="en-US">
                <a:solidFill>
                  <a:srgbClr val="003059"/>
                </a:solidFill>
                <a:latin typeface="Montserrat" pitchFamily="2" charset="77"/>
              </a:rPr>
              <a:t>Click Icon to Add Logo</a:t>
            </a:r>
          </a:p>
        </p:txBody>
      </p:sp>
      <p:sp>
        <p:nvSpPr>
          <p:cNvPr id="22" name="Rounded Rectangle 21">
            <a:extLst>
              <a:ext uri="{FF2B5EF4-FFF2-40B4-BE49-F238E27FC236}">
                <a16:creationId xmlns:a16="http://schemas.microsoft.com/office/drawing/2014/main" id="{C8CCABB2-6CDF-5EF4-D55D-B40617C2FC58}"/>
              </a:ext>
            </a:extLst>
          </p:cNvPr>
          <p:cNvSpPr/>
          <p:nvPr userDrawn="1"/>
        </p:nvSpPr>
        <p:spPr>
          <a:xfrm>
            <a:off x="3798985" y="1460168"/>
            <a:ext cx="2103120"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23" name="Picture Placeholder 6">
            <a:extLst>
              <a:ext uri="{FF2B5EF4-FFF2-40B4-BE49-F238E27FC236}">
                <a16:creationId xmlns:a16="http://schemas.microsoft.com/office/drawing/2014/main" id="{DD74B26B-2513-BF8E-CB98-1C1305627BF6}"/>
              </a:ext>
            </a:extLst>
          </p:cNvPr>
          <p:cNvSpPr>
            <a:spLocks noGrp="1"/>
          </p:cNvSpPr>
          <p:nvPr>
            <p:ph type="pic" idx="11" hasCustomPrompt="1"/>
          </p:nvPr>
        </p:nvSpPr>
        <p:spPr>
          <a:xfrm>
            <a:off x="6476160" y="1597328"/>
            <a:ext cx="1828800" cy="1828800"/>
          </a:xfrm>
          <a:solidFill>
            <a:schemeClr val="bg2">
              <a:alpha val="68000"/>
            </a:schemeClr>
          </a:solidFill>
        </p:spPr>
        <p:txBody>
          <a:bodyPr>
            <a:normAutofit/>
          </a:bodyPr>
          <a:lstStyle>
            <a:lvl1pPr marL="0" indent="0">
              <a:buNone/>
              <a:defRPr sz="1400">
                <a:solidFill>
                  <a:schemeClr val="bg2"/>
                </a:solidFill>
                <a:latin typeface="+mn-lt"/>
              </a:defRPr>
            </a:lvl1pPr>
          </a:lstStyle>
          <a:p>
            <a:r>
              <a:rPr lang="en-US">
                <a:solidFill>
                  <a:srgbClr val="003059"/>
                </a:solidFill>
                <a:latin typeface="Montserrat" pitchFamily="2" charset="77"/>
              </a:rPr>
              <a:t>Click Icon to Add Logo</a:t>
            </a:r>
          </a:p>
        </p:txBody>
      </p:sp>
      <p:sp>
        <p:nvSpPr>
          <p:cNvPr id="24" name="Rounded Rectangle 23">
            <a:extLst>
              <a:ext uri="{FF2B5EF4-FFF2-40B4-BE49-F238E27FC236}">
                <a16:creationId xmlns:a16="http://schemas.microsoft.com/office/drawing/2014/main" id="{A3DE25E0-378E-5DBB-684D-6ED646656594}"/>
              </a:ext>
            </a:extLst>
          </p:cNvPr>
          <p:cNvSpPr/>
          <p:nvPr userDrawn="1"/>
        </p:nvSpPr>
        <p:spPr>
          <a:xfrm>
            <a:off x="6339000" y="1460168"/>
            <a:ext cx="2103120"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25" name="Picture Placeholder 6">
            <a:extLst>
              <a:ext uri="{FF2B5EF4-FFF2-40B4-BE49-F238E27FC236}">
                <a16:creationId xmlns:a16="http://schemas.microsoft.com/office/drawing/2014/main" id="{C37C10C8-B44C-1406-1BB8-1224D217AA45}"/>
              </a:ext>
            </a:extLst>
          </p:cNvPr>
          <p:cNvSpPr>
            <a:spLocks noGrp="1"/>
          </p:cNvSpPr>
          <p:nvPr>
            <p:ph type="pic" idx="12" hasCustomPrompt="1"/>
          </p:nvPr>
        </p:nvSpPr>
        <p:spPr>
          <a:xfrm>
            <a:off x="8919431" y="1597328"/>
            <a:ext cx="1828800" cy="1828800"/>
          </a:xfrm>
          <a:solidFill>
            <a:schemeClr val="bg2">
              <a:alpha val="68000"/>
            </a:schemeClr>
          </a:solidFill>
        </p:spPr>
        <p:txBody>
          <a:bodyPr>
            <a:normAutofit/>
          </a:bodyPr>
          <a:lstStyle>
            <a:lvl1pPr marL="0" indent="0">
              <a:buNone/>
              <a:defRPr sz="1400">
                <a:solidFill>
                  <a:schemeClr val="bg2"/>
                </a:solidFill>
                <a:latin typeface="+mn-lt"/>
              </a:defRPr>
            </a:lvl1pPr>
          </a:lstStyle>
          <a:p>
            <a:r>
              <a:rPr lang="en-US">
                <a:solidFill>
                  <a:srgbClr val="003059"/>
                </a:solidFill>
                <a:latin typeface="Montserrat" pitchFamily="2" charset="77"/>
              </a:rPr>
              <a:t>Click Icon to Add Logo</a:t>
            </a:r>
          </a:p>
        </p:txBody>
      </p:sp>
      <p:sp>
        <p:nvSpPr>
          <p:cNvPr id="26" name="Rounded Rectangle 25">
            <a:extLst>
              <a:ext uri="{FF2B5EF4-FFF2-40B4-BE49-F238E27FC236}">
                <a16:creationId xmlns:a16="http://schemas.microsoft.com/office/drawing/2014/main" id="{CDE370D3-4B33-1790-CE74-89DB41E6F687}"/>
              </a:ext>
            </a:extLst>
          </p:cNvPr>
          <p:cNvSpPr/>
          <p:nvPr userDrawn="1"/>
        </p:nvSpPr>
        <p:spPr>
          <a:xfrm>
            <a:off x="8782271" y="1460168"/>
            <a:ext cx="2103120"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29" name="Picture Placeholder 6">
            <a:extLst>
              <a:ext uri="{FF2B5EF4-FFF2-40B4-BE49-F238E27FC236}">
                <a16:creationId xmlns:a16="http://schemas.microsoft.com/office/drawing/2014/main" id="{4EB2874C-0FB0-1D93-F210-ACB08AC58CBA}"/>
              </a:ext>
            </a:extLst>
          </p:cNvPr>
          <p:cNvSpPr>
            <a:spLocks noGrp="1"/>
          </p:cNvSpPr>
          <p:nvPr>
            <p:ph type="pic" idx="13" hasCustomPrompt="1"/>
          </p:nvPr>
        </p:nvSpPr>
        <p:spPr>
          <a:xfrm>
            <a:off x="1415180" y="4109056"/>
            <a:ext cx="1828800" cy="1828800"/>
          </a:xfrm>
          <a:solidFill>
            <a:schemeClr val="bg2">
              <a:alpha val="68000"/>
            </a:schemeClr>
          </a:solidFill>
        </p:spPr>
        <p:txBody>
          <a:bodyPr>
            <a:normAutofit/>
          </a:bodyPr>
          <a:lstStyle>
            <a:lvl1pPr marL="0" indent="0">
              <a:buNone/>
              <a:defRPr sz="1400">
                <a:solidFill>
                  <a:schemeClr val="bg2"/>
                </a:solidFill>
                <a:latin typeface="+mn-lt"/>
              </a:defRPr>
            </a:lvl1pPr>
          </a:lstStyle>
          <a:p>
            <a:r>
              <a:rPr lang="en-US">
                <a:solidFill>
                  <a:srgbClr val="003059"/>
                </a:solidFill>
                <a:latin typeface="Montserrat" pitchFamily="2" charset="77"/>
              </a:rPr>
              <a:t>Click Icon to Add Logo</a:t>
            </a:r>
          </a:p>
        </p:txBody>
      </p:sp>
      <p:sp>
        <p:nvSpPr>
          <p:cNvPr id="30" name="Rounded Rectangle 29">
            <a:extLst>
              <a:ext uri="{FF2B5EF4-FFF2-40B4-BE49-F238E27FC236}">
                <a16:creationId xmlns:a16="http://schemas.microsoft.com/office/drawing/2014/main" id="{654FD2BD-1D86-CC4E-8D25-A747A2FFA586}"/>
              </a:ext>
            </a:extLst>
          </p:cNvPr>
          <p:cNvSpPr/>
          <p:nvPr userDrawn="1"/>
        </p:nvSpPr>
        <p:spPr>
          <a:xfrm>
            <a:off x="1278020" y="3971896"/>
            <a:ext cx="2103120"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31" name="Picture Placeholder 6">
            <a:extLst>
              <a:ext uri="{FF2B5EF4-FFF2-40B4-BE49-F238E27FC236}">
                <a16:creationId xmlns:a16="http://schemas.microsoft.com/office/drawing/2014/main" id="{8FE14263-6A83-084D-470E-01A855392470}"/>
              </a:ext>
            </a:extLst>
          </p:cNvPr>
          <p:cNvSpPr>
            <a:spLocks noGrp="1"/>
          </p:cNvSpPr>
          <p:nvPr>
            <p:ph type="pic" idx="14" hasCustomPrompt="1"/>
          </p:nvPr>
        </p:nvSpPr>
        <p:spPr>
          <a:xfrm>
            <a:off x="3936145" y="4109056"/>
            <a:ext cx="1828800" cy="1828800"/>
          </a:xfrm>
          <a:solidFill>
            <a:schemeClr val="bg2">
              <a:alpha val="68000"/>
            </a:schemeClr>
          </a:solidFill>
        </p:spPr>
        <p:txBody>
          <a:bodyPr>
            <a:normAutofit/>
          </a:bodyPr>
          <a:lstStyle>
            <a:lvl1pPr marL="0" indent="0">
              <a:buNone/>
              <a:defRPr sz="1400">
                <a:solidFill>
                  <a:schemeClr val="bg2"/>
                </a:solidFill>
                <a:latin typeface="+mn-lt"/>
              </a:defRPr>
            </a:lvl1pPr>
          </a:lstStyle>
          <a:p>
            <a:r>
              <a:rPr lang="en-US">
                <a:solidFill>
                  <a:srgbClr val="003059"/>
                </a:solidFill>
                <a:latin typeface="Montserrat" pitchFamily="2" charset="77"/>
              </a:rPr>
              <a:t>Click Icon to Add Logo</a:t>
            </a:r>
          </a:p>
        </p:txBody>
      </p:sp>
      <p:sp>
        <p:nvSpPr>
          <p:cNvPr id="32" name="Rounded Rectangle 31">
            <a:extLst>
              <a:ext uri="{FF2B5EF4-FFF2-40B4-BE49-F238E27FC236}">
                <a16:creationId xmlns:a16="http://schemas.microsoft.com/office/drawing/2014/main" id="{A205D47D-FAAA-0C6F-296F-57F2F2AE7312}"/>
              </a:ext>
            </a:extLst>
          </p:cNvPr>
          <p:cNvSpPr/>
          <p:nvPr userDrawn="1"/>
        </p:nvSpPr>
        <p:spPr>
          <a:xfrm>
            <a:off x="3798985" y="3971896"/>
            <a:ext cx="2103120"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33" name="Picture Placeholder 6">
            <a:extLst>
              <a:ext uri="{FF2B5EF4-FFF2-40B4-BE49-F238E27FC236}">
                <a16:creationId xmlns:a16="http://schemas.microsoft.com/office/drawing/2014/main" id="{92B3E575-5A33-9011-519C-0F974AEEFBBB}"/>
              </a:ext>
            </a:extLst>
          </p:cNvPr>
          <p:cNvSpPr>
            <a:spLocks noGrp="1"/>
          </p:cNvSpPr>
          <p:nvPr>
            <p:ph type="pic" idx="15" hasCustomPrompt="1"/>
          </p:nvPr>
        </p:nvSpPr>
        <p:spPr>
          <a:xfrm>
            <a:off x="6476160" y="4109056"/>
            <a:ext cx="1828800" cy="1828800"/>
          </a:xfrm>
          <a:solidFill>
            <a:schemeClr val="bg2">
              <a:alpha val="68000"/>
            </a:schemeClr>
          </a:solidFill>
        </p:spPr>
        <p:txBody>
          <a:bodyPr>
            <a:normAutofit/>
          </a:bodyPr>
          <a:lstStyle>
            <a:lvl1pPr marL="0" indent="0">
              <a:buNone/>
              <a:defRPr sz="1400">
                <a:solidFill>
                  <a:schemeClr val="bg2"/>
                </a:solidFill>
                <a:latin typeface="+mn-lt"/>
              </a:defRPr>
            </a:lvl1pPr>
          </a:lstStyle>
          <a:p>
            <a:r>
              <a:rPr lang="en-US">
                <a:solidFill>
                  <a:srgbClr val="003059"/>
                </a:solidFill>
                <a:latin typeface="Montserrat" pitchFamily="2" charset="77"/>
              </a:rPr>
              <a:t>Click Icon to Add Logo</a:t>
            </a:r>
          </a:p>
        </p:txBody>
      </p:sp>
      <p:sp>
        <p:nvSpPr>
          <p:cNvPr id="34" name="Rounded Rectangle 33">
            <a:extLst>
              <a:ext uri="{FF2B5EF4-FFF2-40B4-BE49-F238E27FC236}">
                <a16:creationId xmlns:a16="http://schemas.microsoft.com/office/drawing/2014/main" id="{91F957EF-95C6-2D9D-5AE0-C8050042293D}"/>
              </a:ext>
            </a:extLst>
          </p:cNvPr>
          <p:cNvSpPr/>
          <p:nvPr userDrawn="1"/>
        </p:nvSpPr>
        <p:spPr>
          <a:xfrm>
            <a:off x="6339000" y="3971896"/>
            <a:ext cx="2103120"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35" name="Picture Placeholder 6">
            <a:extLst>
              <a:ext uri="{FF2B5EF4-FFF2-40B4-BE49-F238E27FC236}">
                <a16:creationId xmlns:a16="http://schemas.microsoft.com/office/drawing/2014/main" id="{D1C665FA-48ED-DD30-5B17-ADED93557A1D}"/>
              </a:ext>
            </a:extLst>
          </p:cNvPr>
          <p:cNvSpPr>
            <a:spLocks noGrp="1"/>
          </p:cNvSpPr>
          <p:nvPr>
            <p:ph type="pic" idx="16" hasCustomPrompt="1"/>
          </p:nvPr>
        </p:nvSpPr>
        <p:spPr>
          <a:xfrm>
            <a:off x="8919431" y="4109056"/>
            <a:ext cx="1828800" cy="1828800"/>
          </a:xfrm>
          <a:solidFill>
            <a:schemeClr val="bg2">
              <a:alpha val="68000"/>
            </a:schemeClr>
          </a:solidFill>
        </p:spPr>
        <p:txBody>
          <a:bodyPr>
            <a:normAutofit/>
          </a:bodyPr>
          <a:lstStyle>
            <a:lvl1pPr marL="0" indent="0">
              <a:buNone/>
              <a:defRPr sz="1400">
                <a:solidFill>
                  <a:schemeClr val="bg2"/>
                </a:solidFill>
                <a:latin typeface="+mn-lt"/>
              </a:defRPr>
            </a:lvl1pPr>
          </a:lstStyle>
          <a:p>
            <a:r>
              <a:rPr lang="en-US">
                <a:solidFill>
                  <a:srgbClr val="003059"/>
                </a:solidFill>
                <a:latin typeface="Montserrat" pitchFamily="2" charset="77"/>
              </a:rPr>
              <a:t>Click Icon to Add Logo</a:t>
            </a:r>
          </a:p>
        </p:txBody>
      </p:sp>
      <p:sp>
        <p:nvSpPr>
          <p:cNvPr id="36" name="Rounded Rectangle 35">
            <a:extLst>
              <a:ext uri="{FF2B5EF4-FFF2-40B4-BE49-F238E27FC236}">
                <a16:creationId xmlns:a16="http://schemas.microsoft.com/office/drawing/2014/main" id="{9A9378B7-5ED8-33F9-37D1-06CD590810AB}"/>
              </a:ext>
            </a:extLst>
          </p:cNvPr>
          <p:cNvSpPr/>
          <p:nvPr userDrawn="1"/>
        </p:nvSpPr>
        <p:spPr>
          <a:xfrm>
            <a:off x="8782271" y="3971896"/>
            <a:ext cx="2103120"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5220463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8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9049905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0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12964597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1"/>
                </a:solidFill>
                <a:latin typeface="Montserrat" pitchFamily="2" charset="77"/>
              </a:rPr>
              <a:pPr/>
              <a:t>‹#›</a:t>
            </a:fld>
            <a:endParaRPr lang="en-US" sz="800">
              <a:solidFill>
                <a:schemeClr val="tx1"/>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1"/>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0356943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1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F4F3F0"/>
                </a:solidFill>
                <a:latin typeface="Montserrat" pitchFamily="2" charset="77"/>
              </a:rPr>
              <a:pPr/>
              <a:t>‹#›</a:t>
            </a:fld>
            <a:endParaRPr lang="en-US" sz="800">
              <a:solidFill>
                <a:srgbClr val="F4F3F0"/>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F4F3F0"/>
                </a:solidFill>
                <a:effectLst/>
                <a:uLnTx/>
                <a:uFillTx/>
                <a:latin typeface="Montserrat" pitchFamily="2" charset="77"/>
              </a:rPr>
              <a:t>Private and Confidential</a:t>
            </a:r>
          </a:p>
        </p:txBody>
      </p:sp>
      <p:sp>
        <p:nvSpPr>
          <p:cNvPr id="6" name="Title 3">
            <a:extLst>
              <a:ext uri="{FF2B5EF4-FFF2-40B4-BE49-F238E27FC236}">
                <a16:creationId xmlns:a16="http://schemas.microsoft.com/office/drawing/2014/main" id="{539CE9F0-0A2D-ADFE-B8C9-88E20368393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n-lt"/>
                <a:ea typeface="+mj-ea"/>
                <a:cs typeface="+mj-cs"/>
              </a:defRPr>
            </a:lvl1pPr>
          </a:lstStyle>
          <a:p>
            <a:r>
              <a:rPr lang="en-US"/>
              <a:t>Click to Add Title</a:t>
            </a:r>
            <a:endParaRPr lang="en-IN"/>
          </a:p>
        </p:txBody>
      </p:sp>
      <p:pic>
        <p:nvPicPr>
          <p:cNvPr id="7" name="Graphic 6">
            <a:extLst>
              <a:ext uri="{FF2B5EF4-FFF2-40B4-BE49-F238E27FC236}">
                <a16:creationId xmlns:a16="http://schemas.microsoft.com/office/drawing/2014/main" id="{F67A8346-0540-B3AC-6CA8-558275243E4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0525152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6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7906259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2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3083707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3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147894759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4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24927116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7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577700" y="535944"/>
            <a:ext cx="436822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n-lt"/>
                <a:ea typeface="+mj-ea"/>
                <a:cs typeface="+mj-cs"/>
              </a:defRPr>
            </a:lvl1pPr>
          </a:lstStyle>
          <a:p>
            <a:r>
              <a:rPr lang="en-US"/>
              <a:t>Click to Add Title</a:t>
            </a:r>
            <a:endParaRPr lang="en-IN"/>
          </a:p>
        </p:txBody>
      </p:sp>
      <p:sp>
        <p:nvSpPr>
          <p:cNvPr id="6" name="Text Placeholder 6">
            <a:extLst>
              <a:ext uri="{FF2B5EF4-FFF2-40B4-BE49-F238E27FC236}">
                <a16:creationId xmlns:a16="http://schemas.microsoft.com/office/drawing/2014/main" id="{F6072F1D-F085-17B7-D2EB-41905CF2893C}"/>
              </a:ext>
            </a:extLst>
          </p:cNvPr>
          <p:cNvSpPr>
            <a:spLocks noGrp="1"/>
          </p:cNvSpPr>
          <p:nvPr>
            <p:ph type="body" sz="quarter" idx="14" hasCustomPrompt="1"/>
          </p:nvPr>
        </p:nvSpPr>
        <p:spPr>
          <a:xfrm>
            <a:off x="575116" y="2210357"/>
            <a:ext cx="4370813" cy="3841528"/>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6497373" y="535944"/>
            <a:ext cx="5116926"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4" name="Graphic 3">
            <a:extLst>
              <a:ext uri="{FF2B5EF4-FFF2-40B4-BE49-F238E27FC236}">
                <a16:creationId xmlns:a16="http://schemas.microsoft.com/office/drawing/2014/main" id="{9C155A48-3881-F727-7AAD-6C5541F570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278807061"/>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00" y="535944"/>
            <a:ext cx="436822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n-lt"/>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16" y="2210357"/>
            <a:ext cx="4370813"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7373" y="535944"/>
            <a:ext cx="5116926"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298716394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5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00" y="535944"/>
            <a:ext cx="436822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n-lt"/>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16" y="2210357"/>
            <a:ext cx="4370813"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7373" y="535944"/>
            <a:ext cx="5116926"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80049551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86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15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282" y="535944"/>
            <a:ext cx="3982820"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n-lt"/>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3850" y="535944"/>
            <a:ext cx="6520449"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3" name="Graphic 2">
            <a:extLst>
              <a:ext uri="{FF2B5EF4-FFF2-40B4-BE49-F238E27FC236}">
                <a16:creationId xmlns:a16="http://schemas.microsoft.com/office/drawing/2014/main" id="{8B5CC22A-B526-1F44-2CD5-10631F9A3CB8}"/>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2" y="2606040"/>
            <a:ext cx="4301475" cy="4480560"/>
          </a:xfrm>
          <a:prstGeom prst="rect">
            <a:avLst/>
          </a:prstGeom>
        </p:spPr>
      </p:pic>
    </p:spTree>
    <p:extLst>
      <p:ext uri="{BB962C8B-B14F-4D97-AF65-F5344CB8AC3E}">
        <p14:creationId xmlns:p14="http://schemas.microsoft.com/office/powerpoint/2010/main" val="246584203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89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15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282" y="535944"/>
            <a:ext cx="3982820"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n-lt"/>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3850" y="535944"/>
            <a:ext cx="6520449"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3" name="Graphic 2">
            <a:extLst>
              <a:ext uri="{FF2B5EF4-FFF2-40B4-BE49-F238E27FC236}">
                <a16:creationId xmlns:a16="http://schemas.microsoft.com/office/drawing/2014/main" id="{13872BEF-0E86-6EB3-76CB-07BF9FCAA192}"/>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2" y="2606040"/>
            <a:ext cx="4301475" cy="4480560"/>
          </a:xfrm>
          <a:prstGeom prst="rect">
            <a:avLst/>
          </a:prstGeom>
        </p:spPr>
      </p:pic>
    </p:spTree>
    <p:extLst>
      <p:ext uri="{BB962C8B-B14F-4D97-AF65-F5344CB8AC3E}">
        <p14:creationId xmlns:p14="http://schemas.microsoft.com/office/powerpoint/2010/main" val="376664088"/>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90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154"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282" y="535944"/>
            <a:ext cx="3982820"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n-lt"/>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3850" y="535944"/>
            <a:ext cx="6520449"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3" name="Graphic 2">
            <a:extLst>
              <a:ext uri="{FF2B5EF4-FFF2-40B4-BE49-F238E27FC236}">
                <a16:creationId xmlns:a16="http://schemas.microsoft.com/office/drawing/2014/main" id="{C256A059-BADA-5313-BA39-A8F8CF049759}"/>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2" y="2606040"/>
            <a:ext cx="4301475" cy="4480560"/>
          </a:xfrm>
          <a:prstGeom prst="rect">
            <a:avLst/>
          </a:prstGeom>
        </p:spPr>
      </p:pic>
    </p:spTree>
    <p:extLst>
      <p:ext uri="{BB962C8B-B14F-4D97-AF65-F5344CB8AC3E}">
        <p14:creationId xmlns:p14="http://schemas.microsoft.com/office/powerpoint/2010/main" val="3717383437"/>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eam Lineup-3">
    <p:bg>
      <p:bgPr>
        <a:solidFill>
          <a:schemeClr val="bg2"/>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B74C37E9-E7A4-2C95-CC84-E4D7FD57D0BD}"/>
              </a:ext>
            </a:extLst>
          </p:cNvPr>
          <p:cNvSpPr>
            <a:spLocks noGrp="1"/>
          </p:cNvSpPr>
          <p:nvPr>
            <p:ph type="title" hasCustomPrompt="1"/>
          </p:nvPr>
        </p:nvSpPr>
        <p:spPr>
          <a:xfrm>
            <a:off x="570465" y="453195"/>
            <a:ext cx="1101535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3059"/>
                </a:solidFill>
                <a:latin typeface="+mn-lt"/>
                <a:ea typeface="+mj-ea"/>
                <a:cs typeface="+mj-cs"/>
              </a:defRPr>
            </a:lvl1pPr>
          </a:lstStyle>
          <a:p>
            <a:r>
              <a:rPr lang="en-US"/>
              <a:t>Click to Add Title</a:t>
            </a:r>
            <a:endParaRPr lang="en-IN"/>
          </a:p>
        </p:txBody>
      </p:sp>
      <p:sp>
        <p:nvSpPr>
          <p:cNvPr id="3" name="TextBox 2">
            <a:extLst>
              <a:ext uri="{FF2B5EF4-FFF2-40B4-BE49-F238E27FC236}">
                <a16:creationId xmlns:a16="http://schemas.microsoft.com/office/drawing/2014/main" id="{A8B16DC8-E28B-A421-AB71-0BA59C26698A}"/>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n-lt"/>
              </a:rPr>
              <a:t>Private and Confidential</a:t>
            </a:r>
          </a:p>
        </p:txBody>
      </p:sp>
      <p:sp>
        <p:nvSpPr>
          <p:cNvPr id="49" name="Slide Number Placeholder 13">
            <a:extLst>
              <a:ext uri="{FF2B5EF4-FFF2-40B4-BE49-F238E27FC236}">
                <a16:creationId xmlns:a16="http://schemas.microsoft.com/office/drawing/2014/main" id="{1D9ACAC6-5264-97C5-66C9-993C95DB6178}"/>
              </a:ext>
            </a:extLst>
          </p:cNvPr>
          <p:cNvSpPr txBox="1">
            <a:spLocks/>
          </p:cNvSpPr>
          <p:nvPr userDrawn="1"/>
        </p:nvSpPr>
        <p:spPr>
          <a:xfrm>
            <a:off x="11429954" y="6411766"/>
            <a:ext cx="342971"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pic>
        <p:nvPicPr>
          <p:cNvPr id="50" name="Graphic 49">
            <a:extLst>
              <a:ext uri="{FF2B5EF4-FFF2-40B4-BE49-F238E27FC236}">
                <a16:creationId xmlns:a16="http://schemas.microsoft.com/office/drawing/2014/main" id="{6980351B-95B5-3077-F4BA-53CFA563E5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pic>
        <p:nvPicPr>
          <p:cNvPr id="4" name="Picture Placeholder 18" descr="A person in a suit and tie&#10;&#10;Description automatically generated">
            <a:extLst>
              <a:ext uri="{FF2B5EF4-FFF2-40B4-BE49-F238E27FC236}">
                <a16:creationId xmlns:a16="http://schemas.microsoft.com/office/drawing/2014/main" id="{C8F8D610-22BD-EEB8-CBC8-3E88E08FA620}"/>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1092951" y="1453547"/>
            <a:ext cx="2090465" cy="2092325"/>
          </a:xfrm>
          <a:prstGeom prst="rect">
            <a:avLst/>
          </a:prstGeom>
        </p:spPr>
      </p:pic>
      <p:sp>
        <p:nvSpPr>
          <p:cNvPr id="5" name="Picture Placeholder 43">
            <a:extLst>
              <a:ext uri="{FF2B5EF4-FFF2-40B4-BE49-F238E27FC236}">
                <a16:creationId xmlns:a16="http://schemas.microsoft.com/office/drawing/2014/main" id="{0D54B9FD-3253-BFA6-7E97-D3B67AAA2893}"/>
              </a:ext>
            </a:extLst>
          </p:cNvPr>
          <p:cNvSpPr>
            <a:spLocks noGrp="1"/>
          </p:cNvSpPr>
          <p:nvPr>
            <p:ph type="pic" sz="quarter" idx="29" hasCustomPrompt="1"/>
          </p:nvPr>
        </p:nvSpPr>
        <p:spPr>
          <a:xfrm>
            <a:off x="1092951" y="1453548"/>
            <a:ext cx="2090465"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n-lt"/>
              </a:defRPr>
            </a:lvl1pPr>
          </a:lstStyle>
          <a:p>
            <a:r>
              <a:rPr lang="en-US"/>
              <a:t>Click Icon to Change Image</a:t>
            </a:r>
          </a:p>
        </p:txBody>
      </p:sp>
      <p:sp>
        <p:nvSpPr>
          <p:cNvPr id="6" name="Rounded Rectangle 5">
            <a:extLst>
              <a:ext uri="{FF2B5EF4-FFF2-40B4-BE49-F238E27FC236}">
                <a16:creationId xmlns:a16="http://schemas.microsoft.com/office/drawing/2014/main" id="{0461314E-CEA0-1FD9-4530-A8704BC5427C}"/>
              </a:ext>
            </a:extLst>
          </p:cNvPr>
          <p:cNvSpPr/>
          <p:nvPr userDrawn="1"/>
        </p:nvSpPr>
        <p:spPr>
          <a:xfrm>
            <a:off x="994534" y="1355912"/>
            <a:ext cx="2287298"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7" name="Text Placeholder 63">
            <a:extLst>
              <a:ext uri="{FF2B5EF4-FFF2-40B4-BE49-F238E27FC236}">
                <a16:creationId xmlns:a16="http://schemas.microsoft.com/office/drawing/2014/main" id="{A796019E-5AC6-08E1-71EE-151A2C09D247}"/>
              </a:ext>
            </a:extLst>
          </p:cNvPr>
          <p:cNvSpPr>
            <a:spLocks noGrp="1"/>
          </p:cNvSpPr>
          <p:nvPr>
            <p:ph type="body" sz="quarter" idx="30" hasCustomPrompt="1"/>
          </p:nvPr>
        </p:nvSpPr>
        <p:spPr>
          <a:xfrm>
            <a:off x="3444920" y="1355912"/>
            <a:ext cx="2505306" cy="398099"/>
          </a:xfrm>
        </p:spPr>
        <p:txBody>
          <a:bodyPr lIns="0">
            <a:normAutofit/>
          </a:bodyPr>
          <a:lstStyle>
            <a:lvl1pPr marL="0" indent="0">
              <a:buNone/>
              <a:defRPr sz="1800" b="0" i="0">
                <a:solidFill>
                  <a:schemeClr val="accent1"/>
                </a:solidFill>
                <a:latin typeface="+mn-lt"/>
              </a:defRPr>
            </a:lvl1pPr>
          </a:lstStyle>
          <a:p>
            <a:pPr lvl="0"/>
            <a:r>
              <a:rPr lang="en-US"/>
              <a:t>Name</a:t>
            </a:r>
          </a:p>
        </p:txBody>
      </p:sp>
      <p:sp>
        <p:nvSpPr>
          <p:cNvPr id="9" name="Text Placeholder 63">
            <a:extLst>
              <a:ext uri="{FF2B5EF4-FFF2-40B4-BE49-F238E27FC236}">
                <a16:creationId xmlns:a16="http://schemas.microsoft.com/office/drawing/2014/main" id="{FF59CD57-A90D-99B6-DDC7-E7D8532EB442}"/>
              </a:ext>
            </a:extLst>
          </p:cNvPr>
          <p:cNvSpPr>
            <a:spLocks noGrp="1"/>
          </p:cNvSpPr>
          <p:nvPr>
            <p:ph type="body" sz="quarter" idx="31" hasCustomPrompt="1"/>
          </p:nvPr>
        </p:nvSpPr>
        <p:spPr>
          <a:xfrm>
            <a:off x="3444920" y="1855526"/>
            <a:ext cx="2505306" cy="247206"/>
          </a:xfrm>
        </p:spPr>
        <p:txBody>
          <a:bodyPr lIns="0">
            <a:noAutofit/>
          </a:bodyPr>
          <a:lstStyle>
            <a:lvl1pPr marL="0" indent="0">
              <a:buNone/>
              <a:defRPr sz="1400" b="0" i="0">
                <a:solidFill>
                  <a:srgbClr val="003059"/>
                </a:solidFill>
                <a:highlight>
                  <a:srgbClr val="A2F3F3"/>
                </a:highlight>
                <a:latin typeface="+mn-lt"/>
              </a:defRPr>
            </a:lvl1pPr>
          </a:lstStyle>
          <a:p>
            <a:pPr lvl="0"/>
            <a:r>
              <a:rPr lang="en-US"/>
              <a:t>Position</a:t>
            </a:r>
          </a:p>
        </p:txBody>
      </p:sp>
      <p:sp>
        <p:nvSpPr>
          <p:cNvPr id="11" name="Text Placeholder 63">
            <a:extLst>
              <a:ext uri="{FF2B5EF4-FFF2-40B4-BE49-F238E27FC236}">
                <a16:creationId xmlns:a16="http://schemas.microsoft.com/office/drawing/2014/main" id="{10DCD4ED-59A7-2DE9-E3C2-F459FCFD32A8}"/>
              </a:ext>
            </a:extLst>
          </p:cNvPr>
          <p:cNvSpPr>
            <a:spLocks noGrp="1"/>
          </p:cNvSpPr>
          <p:nvPr>
            <p:ph type="body" sz="quarter" idx="32" hasCustomPrompt="1"/>
          </p:nvPr>
        </p:nvSpPr>
        <p:spPr>
          <a:xfrm>
            <a:off x="3444920" y="2301882"/>
            <a:ext cx="2505306" cy="1341625"/>
          </a:xfrm>
        </p:spPr>
        <p:txBody>
          <a:bodyPr lIns="0">
            <a:normAutofit/>
          </a:bodyPr>
          <a:lstStyle>
            <a:lvl1pPr marL="0" indent="0">
              <a:buNone/>
              <a:defRPr sz="1400" b="0">
                <a:solidFill>
                  <a:schemeClr val="accent1"/>
                </a:solidFill>
                <a:latin typeface="+mn-lt"/>
              </a:defRPr>
            </a:lvl1pPr>
          </a:lstStyle>
          <a:p>
            <a:pPr lvl="0"/>
            <a:r>
              <a:rPr lang="en-US"/>
              <a:t>Click to Add Text</a:t>
            </a:r>
          </a:p>
        </p:txBody>
      </p:sp>
      <p:sp>
        <p:nvSpPr>
          <p:cNvPr id="12" name="Text Placeholder 63">
            <a:extLst>
              <a:ext uri="{FF2B5EF4-FFF2-40B4-BE49-F238E27FC236}">
                <a16:creationId xmlns:a16="http://schemas.microsoft.com/office/drawing/2014/main" id="{626C78F8-CC7B-0F86-B77E-2A0B2F0444F8}"/>
              </a:ext>
            </a:extLst>
          </p:cNvPr>
          <p:cNvSpPr>
            <a:spLocks noGrp="1"/>
          </p:cNvSpPr>
          <p:nvPr>
            <p:ph type="body" sz="quarter" idx="33" hasCustomPrompt="1"/>
          </p:nvPr>
        </p:nvSpPr>
        <p:spPr>
          <a:xfrm>
            <a:off x="8772293" y="1355912"/>
            <a:ext cx="2505306" cy="398099"/>
          </a:xfrm>
        </p:spPr>
        <p:txBody>
          <a:bodyPr lIns="0">
            <a:normAutofit/>
          </a:bodyPr>
          <a:lstStyle>
            <a:lvl1pPr marL="0" indent="0">
              <a:buNone/>
              <a:defRPr sz="1800" b="0" i="0">
                <a:solidFill>
                  <a:schemeClr val="accent1"/>
                </a:solidFill>
                <a:latin typeface="+mn-lt"/>
              </a:defRPr>
            </a:lvl1pPr>
          </a:lstStyle>
          <a:p>
            <a:pPr lvl="0"/>
            <a:r>
              <a:rPr lang="en-US"/>
              <a:t>Name</a:t>
            </a:r>
          </a:p>
        </p:txBody>
      </p:sp>
      <p:sp>
        <p:nvSpPr>
          <p:cNvPr id="13" name="Text Placeholder 63">
            <a:extLst>
              <a:ext uri="{FF2B5EF4-FFF2-40B4-BE49-F238E27FC236}">
                <a16:creationId xmlns:a16="http://schemas.microsoft.com/office/drawing/2014/main" id="{0108A795-5450-7966-AFEC-3A3993D1E0C7}"/>
              </a:ext>
            </a:extLst>
          </p:cNvPr>
          <p:cNvSpPr>
            <a:spLocks noGrp="1"/>
          </p:cNvSpPr>
          <p:nvPr>
            <p:ph type="body" sz="quarter" idx="34" hasCustomPrompt="1"/>
          </p:nvPr>
        </p:nvSpPr>
        <p:spPr>
          <a:xfrm>
            <a:off x="8772293" y="1855526"/>
            <a:ext cx="2505306" cy="247206"/>
          </a:xfrm>
        </p:spPr>
        <p:txBody>
          <a:bodyPr lIns="0">
            <a:noAutofit/>
          </a:bodyPr>
          <a:lstStyle>
            <a:lvl1pPr marL="0" indent="0">
              <a:buNone/>
              <a:defRPr sz="1400" b="0" i="0">
                <a:solidFill>
                  <a:srgbClr val="003059"/>
                </a:solidFill>
                <a:highlight>
                  <a:srgbClr val="A2F3F3"/>
                </a:highlight>
                <a:latin typeface="+mn-lt"/>
              </a:defRPr>
            </a:lvl1pPr>
          </a:lstStyle>
          <a:p>
            <a:pPr lvl="0"/>
            <a:r>
              <a:rPr lang="en-US"/>
              <a:t>Position</a:t>
            </a:r>
          </a:p>
        </p:txBody>
      </p:sp>
      <p:sp>
        <p:nvSpPr>
          <p:cNvPr id="14" name="Text Placeholder 63">
            <a:extLst>
              <a:ext uri="{FF2B5EF4-FFF2-40B4-BE49-F238E27FC236}">
                <a16:creationId xmlns:a16="http://schemas.microsoft.com/office/drawing/2014/main" id="{E75BC3F3-06AA-0DAA-F623-67D89DF7A1C5}"/>
              </a:ext>
            </a:extLst>
          </p:cNvPr>
          <p:cNvSpPr>
            <a:spLocks noGrp="1"/>
          </p:cNvSpPr>
          <p:nvPr>
            <p:ph type="body" sz="quarter" idx="35" hasCustomPrompt="1"/>
          </p:nvPr>
        </p:nvSpPr>
        <p:spPr>
          <a:xfrm>
            <a:off x="8772293" y="2301882"/>
            <a:ext cx="2505306" cy="1341625"/>
          </a:xfrm>
        </p:spPr>
        <p:txBody>
          <a:bodyPr lIns="0">
            <a:normAutofit/>
          </a:bodyPr>
          <a:lstStyle>
            <a:lvl1pPr marL="0" indent="0">
              <a:buNone/>
              <a:defRPr sz="1400" b="0">
                <a:solidFill>
                  <a:schemeClr val="accent1"/>
                </a:solidFill>
                <a:latin typeface="+mn-lt"/>
              </a:defRPr>
            </a:lvl1pPr>
          </a:lstStyle>
          <a:p>
            <a:pPr lvl="0"/>
            <a:r>
              <a:rPr lang="en-US"/>
              <a:t>Click to Add Text</a:t>
            </a:r>
          </a:p>
        </p:txBody>
      </p:sp>
      <p:pic>
        <p:nvPicPr>
          <p:cNvPr id="15" name="Picture Placeholder 18" descr="A person in a suit and tie&#10;&#10;Description automatically generated">
            <a:extLst>
              <a:ext uri="{FF2B5EF4-FFF2-40B4-BE49-F238E27FC236}">
                <a16:creationId xmlns:a16="http://schemas.microsoft.com/office/drawing/2014/main" id="{419064C3-51CC-2E38-1B90-3A3F8D576104}"/>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6420324" y="1453547"/>
            <a:ext cx="2090465" cy="2092325"/>
          </a:xfrm>
          <a:prstGeom prst="rect">
            <a:avLst/>
          </a:prstGeom>
        </p:spPr>
      </p:pic>
      <p:sp>
        <p:nvSpPr>
          <p:cNvPr id="16" name="Picture Placeholder 43">
            <a:extLst>
              <a:ext uri="{FF2B5EF4-FFF2-40B4-BE49-F238E27FC236}">
                <a16:creationId xmlns:a16="http://schemas.microsoft.com/office/drawing/2014/main" id="{113D0211-BA52-FACD-79AD-245EBFB6A81C}"/>
              </a:ext>
            </a:extLst>
          </p:cNvPr>
          <p:cNvSpPr>
            <a:spLocks noGrp="1"/>
          </p:cNvSpPr>
          <p:nvPr>
            <p:ph type="pic" sz="quarter" idx="36" hasCustomPrompt="1"/>
          </p:nvPr>
        </p:nvSpPr>
        <p:spPr>
          <a:xfrm>
            <a:off x="6420324" y="1453548"/>
            <a:ext cx="2090465"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n-lt"/>
              </a:defRPr>
            </a:lvl1pPr>
          </a:lstStyle>
          <a:p>
            <a:r>
              <a:rPr lang="en-US"/>
              <a:t>Click Icon to Change Image</a:t>
            </a:r>
          </a:p>
        </p:txBody>
      </p:sp>
      <p:sp>
        <p:nvSpPr>
          <p:cNvPr id="17" name="Rounded Rectangle 16">
            <a:extLst>
              <a:ext uri="{FF2B5EF4-FFF2-40B4-BE49-F238E27FC236}">
                <a16:creationId xmlns:a16="http://schemas.microsoft.com/office/drawing/2014/main" id="{6A9BA6EF-9516-A073-2286-4A0FCF66B50E}"/>
              </a:ext>
            </a:extLst>
          </p:cNvPr>
          <p:cNvSpPr/>
          <p:nvPr userDrawn="1"/>
        </p:nvSpPr>
        <p:spPr>
          <a:xfrm>
            <a:off x="6321907" y="1355912"/>
            <a:ext cx="2287298"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pic>
        <p:nvPicPr>
          <p:cNvPr id="18" name="Picture Placeholder 18" descr="A person in a suit and tie&#10;&#10;Description automatically generated">
            <a:extLst>
              <a:ext uri="{FF2B5EF4-FFF2-40B4-BE49-F238E27FC236}">
                <a16:creationId xmlns:a16="http://schemas.microsoft.com/office/drawing/2014/main" id="{DAA0F616-5F33-CA63-74DC-40CBD91393E9}"/>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1092951" y="4089862"/>
            <a:ext cx="2090465" cy="2092325"/>
          </a:xfrm>
          <a:prstGeom prst="rect">
            <a:avLst/>
          </a:prstGeom>
        </p:spPr>
      </p:pic>
      <p:sp>
        <p:nvSpPr>
          <p:cNvPr id="19" name="Picture Placeholder 43">
            <a:extLst>
              <a:ext uri="{FF2B5EF4-FFF2-40B4-BE49-F238E27FC236}">
                <a16:creationId xmlns:a16="http://schemas.microsoft.com/office/drawing/2014/main" id="{E00A134D-2652-284B-8901-30F29480A89F}"/>
              </a:ext>
            </a:extLst>
          </p:cNvPr>
          <p:cNvSpPr>
            <a:spLocks noGrp="1"/>
          </p:cNvSpPr>
          <p:nvPr>
            <p:ph type="pic" sz="quarter" idx="37" hasCustomPrompt="1"/>
          </p:nvPr>
        </p:nvSpPr>
        <p:spPr>
          <a:xfrm>
            <a:off x="1092951" y="4089863"/>
            <a:ext cx="2090465"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n-lt"/>
              </a:defRPr>
            </a:lvl1pPr>
          </a:lstStyle>
          <a:p>
            <a:r>
              <a:rPr lang="en-US"/>
              <a:t>Click Icon to Change Image</a:t>
            </a:r>
          </a:p>
        </p:txBody>
      </p:sp>
      <p:sp>
        <p:nvSpPr>
          <p:cNvPr id="20" name="Rounded Rectangle 19">
            <a:extLst>
              <a:ext uri="{FF2B5EF4-FFF2-40B4-BE49-F238E27FC236}">
                <a16:creationId xmlns:a16="http://schemas.microsoft.com/office/drawing/2014/main" id="{458F733E-B72A-4BCF-8D7B-EC28848E5FA0}"/>
              </a:ext>
            </a:extLst>
          </p:cNvPr>
          <p:cNvSpPr/>
          <p:nvPr userDrawn="1"/>
        </p:nvSpPr>
        <p:spPr>
          <a:xfrm>
            <a:off x="994534" y="3992227"/>
            <a:ext cx="2287298"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21" name="Text Placeholder 63">
            <a:extLst>
              <a:ext uri="{FF2B5EF4-FFF2-40B4-BE49-F238E27FC236}">
                <a16:creationId xmlns:a16="http://schemas.microsoft.com/office/drawing/2014/main" id="{FB66249F-BC8D-B036-3530-AFBE0FC0ECBC}"/>
              </a:ext>
            </a:extLst>
          </p:cNvPr>
          <p:cNvSpPr>
            <a:spLocks noGrp="1"/>
          </p:cNvSpPr>
          <p:nvPr>
            <p:ph type="body" sz="quarter" idx="38" hasCustomPrompt="1"/>
          </p:nvPr>
        </p:nvSpPr>
        <p:spPr>
          <a:xfrm>
            <a:off x="3444920" y="3992227"/>
            <a:ext cx="2505306" cy="398099"/>
          </a:xfrm>
        </p:spPr>
        <p:txBody>
          <a:bodyPr lIns="0">
            <a:normAutofit/>
          </a:bodyPr>
          <a:lstStyle>
            <a:lvl1pPr marL="0" indent="0">
              <a:buNone/>
              <a:defRPr sz="1800" b="0" i="0">
                <a:solidFill>
                  <a:schemeClr val="accent1"/>
                </a:solidFill>
                <a:latin typeface="+mn-lt"/>
              </a:defRPr>
            </a:lvl1pPr>
          </a:lstStyle>
          <a:p>
            <a:pPr lvl="0"/>
            <a:r>
              <a:rPr lang="en-US"/>
              <a:t>Name</a:t>
            </a:r>
          </a:p>
        </p:txBody>
      </p:sp>
      <p:sp>
        <p:nvSpPr>
          <p:cNvPr id="22" name="Text Placeholder 63">
            <a:extLst>
              <a:ext uri="{FF2B5EF4-FFF2-40B4-BE49-F238E27FC236}">
                <a16:creationId xmlns:a16="http://schemas.microsoft.com/office/drawing/2014/main" id="{93BB4A6B-8126-6B1E-B128-9E8A39C8586B}"/>
              </a:ext>
            </a:extLst>
          </p:cNvPr>
          <p:cNvSpPr>
            <a:spLocks noGrp="1"/>
          </p:cNvSpPr>
          <p:nvPr>
            <p:ph type="body" sz="quarter" idx="39" hasCustomPrompt="1"/>
          </p:nvPr>
        </p:nvSpPr>
        <p:spPr>
          <a:xfrm>
            <a:off x="3444920" y="4491841"/>
            <a:ext cx="2505306" cy="247206"/>
          </a:xfrm>
        </p:spPr>
        <p:txBody>
          <a:bodyPr lIns="0">
            <a:noAutofit/>
          </a:bodyPr>
          <a:lstStyle>
            <a:lvl1pPr marL="0" indent="0">
              <a:buNone/>
              <a:defRPr sz="1400" b="0" i="0">
                <a:solidFill>
                  <a:srgbClr val="003059"/>
                </a:solidFill>
                <a:highlight>
                  <a:srgbClr val="A2F3F3"/>
                </a:highlight>
                <a:latin typeface="+mn-lt"/>
              </a:defRPr>
            </a:lvl1pPr>
          </a:lstStyle>
          <a:p>
            <a:pPr lvl="0"/>
            <a:r>
              <a:rPr lang="en-US"/>
              <a:t>Position</a:t>
            </a:r>
          </a:p>
        </p:txBody>
      </p:sp>
      <p:sp>
        <p:nvSpPr>
          <p:cNvPr id="23" name="Text Placeholder 63">
            <a:extLst>
              <a:ext uri="{FF2B5EF4-FFF2-40B4-BE49-F238E27FC236}">
                <a16:creationId xmlns:a16="http://schemas.microsoft.com/office/drawing/2014/main" id="{43B238C4-1624-F443-BAC4-F3EB3C2459D6}"/>
              </a:ext>
            </a:extLst>
          </p:cNvPr>
          <p:cNvSpPr>
            <a:spLocks noGrp="1"/>
          </p:cNvSpPr>
          <p:nvPr>
            <p:ph type="body" sz="quarter" idx="40" hasCustomPrompt="1"/>
          </p:nvPr>
        </p:nvSpPr>
        <p:spPr>
          <a:xfrm>
            <a:off x="3444920" y="4938197"/>
            <a:ext cx="2505306" cy="1341625"/>
          </a:xfrm>
        </p:spPr>
        <p:txBody>
          <a:bodyPr lIns="0">
            <a:normAutofit/>
          </a:bodyPr>
          <a:lstStyle>
            <a:lvl1pPr marL="0" indent="0">
              <a:buNone/>
              <a:defRPr sz="1400" b="0">
                <a:solidFill>
                  <a:schemeClr val="accent1"/>
                </a:solidFill>
                <a:latin typeface="+mn-lt"/>
              </a:defRPr>
            </a:lvl1pPr>
          </a:lstStyle>
          <a:p>
            <a:pPr lvl="0"/>
            <a:r>
              <a:rPr lang="en-US"/>
              <a:t>Click to Add Text</a:t>
            </a:r>
          </a:p>
        </p:txBody>
      </p:sp>
      <p:sp>
        <p:nvSpPr>
          <p:cNvPr id="24" name="Text Placeholder 63">
            <a:extLst>
              <a:ext uri="{FF2B5EF4-FFF2-40B4-BE49-F238E27FC236}">
                <a16:creationId xmlns:a16="http://schemas.microsoft.com/office/drawing/2014/main" id="{5590FFBD-EEB7-A7DA-B319-C2CC932DE137}"/>
              </a:ext>
            </a:extLst>
          </p:cNvPr>
          <p:cNvSpPr>
            <a:spLocks noGrp="1"/>
          </p:cNvSpPr>
          <p:nvPr>
            <p:ph type="body" sz="quarter" idx="41" hasCustomPrompt="1"/>
          </p:nvPr>
        </p:nvSpPr>
        <p:spPr>
          <a:xfrm>
            <a:off x="8772293" y="3992227"/>
            <a:ext cx="2505306" cy="398099"/>
          </a:xfrm>
        </p:spPr>
        <p:txBody>
          <a:bodyPr lIns="0">
            <a:normAutofit/>
          </a:bodyPr>
          <a:lstStyle>
            <a:lvl1pPr marL="0" indent="0">
              <a:buNone/>
              <a:defRPr sz="1800" b="0" i="0">
                <a:solidFill>
                  <a:schemeClr val="accent1"/>
                </a:solidFill>
                <a:latin typeface="+mn-lt"/>
              </a:defRPr>
            </a:lvl1pPr>
          </a:lstStyle>
          <a:p>
            <a:pPr lvl="0"/>
            <a:r>
              <a:rPr lang="en-US"/>
              <a:t>Name</a:t>
            </a:r>
          </a:p>
        </p:txBody>
      </p:sp>
      <p:sp>
        <p:nvSpPr>
          <p:cNvPr id="25" name="Text Placeholder 63">
            <a:extLst>
              <a:ext uri="{FF2B5EF4-FFF2-40B4-BE49-F238E27FC236}">
                <a16:creationId xmlns:a16="http://schemas.microsoft.com/office/drawing/2014/main" id="{38AC6496-6B80-48D3-5A3F-FE2993E7B1E1}"/>
              </a:ext>
            </a:extLst>
          </p:cNvPr>
          <p:cNvSpPr>
            <a:spLocks noGrp="1"/>
          </p:cNvSpPr>
          <p:nvPr>
            <p:ph type="body" sz="quarter" idx="42" hasCustomPrompt="1"/>
          </p:nvPr>
        </p:nvSpPr>
        <p:spPr>
          <a:xfrm>
            <a:off x="8772293" y="4491841"/>
            <a:ext cx="2505306" cy="247206"/>
          </a:xfrm>
        </p:spPr>
        <p:txBody>
          <a:bodyPr lIns="0">
            <a:noAutofit/>
          </a:bodyPr>
          <a:lstStyle>
            <a:lvl1pPr marL="0" indent="0">
              <a:buNone/>
              <a:defRPr sz="1400" b="0" i="0">
                <a:solidFill>
                  <a:srgbClr val="003059"/>
                </a:solidFill>
                <a:highlight>
                  <a:srgbClr val="A2F3F3"/>
                </a:highlight>
                <a:latin typeface="+mn-lt"/>
              </a:defRPr>
            </a:lvl1pPr>
          </a:lstStyle>
          <a:p>
            <a:pPr lvl="0"/>
            <a:r>
              <a:rPr lang="en-US"/>
              <a:t>Position</a:t>
            </a:r>
          </a:p>
        </p:txBody>
      </p:sp>
      <p:sp>
        <p:nvSpPr>
          <p:cNvPr id="26" name="Text Placeholder 63">
            <a:extLst>
              <a:ext uri="{FF2B5EF4-FFF2-40B4-BE49-F238E27FC236}">
                <a16:creationId xmlns:a16="http://schemas.microsoft.com/office/drawing/2014/main" id="{C1E68A6F-316A-2981-2C9B-FEFE0C049F72}"/>
              </a:ext>
            </a:extLst>
          </p:cNvPr>
          <p:cNvSpPr>
            <a:spLocks noGrp="1"/>
          </p:cNvSpPr>
          <p:nvPr>
            <p:ph type="body" sz="quarter" idx="43" hasCustomPrompt="1"/>
          </p:nvPr>
        </p:nvSpPr>
        <p:spPr>
          <a:xfrm>
            <a:off x="8772293" y="4938197"/>
            <a:ext cx="2505306" cy="1341625"/>
          </a:xfrm>
        </p:spPr>
        <p:txBody>
          <a:bodyPr lIns="0">
            <a:normAutofit/>
          </a:bodyPr>
          <a:lstStyle>
            <a:lvl1pPr marL="0" indent="0">
              <a:buNone/>
              <a:defRPr sz="1400" b="0">
                <a:solidFill>
                  <a:schemeClr val="accent1"/>
                </a:solidFill>
                <a:latin typeface="+mn-lt"/>
              </a:defRPr>
            </a:lvl1pPr>
          </a:lstStyle>
          <a:p>
            <a:pPr lvl="0"/>
            <a:r>
              <a:rPr lang="en-US"/>
              <a:t>Click to Add Text</a:t>
            </a:r>
          </a:p>
        </p:txBody>
      </p:sp>
      <p:pic>
        <p:nvPicPr>
          <p:cNvPr id="27" name="Picture Placeholder 18" descr="A person in a suit and tie&#10;&#10;Description automatically generated">
            <a:extLst>
              <a:ext uri="{FF2B5EF4-FFF2-40B4-BE49-F238E27FC236}">
                <a16:creationId xmlns:a16="http://schemas.microsoft.com/office/drawing/2014/main" id="{E1813A88-7510-8471-BC6D-795174097D72}"/>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6420324" y="4089862"/>
            <a:ext cx="2090465" cy="2092325"/>
          </a:xfrm>
          <a:prstGeom prst="rect">
            <a:avLst/>
          </a:prstGeom>
        </p:spPr>
      </p:pic>
      <p:sp>
        <p:nvSpPr>
          <p:cNvPr id="28" name="Picture Placeholder 43">
            <a:extLst>
              <a:ext uri="{FF2B5EF4-FFF2-40B4-BE49-F238E27FC236}">
                <a16:creationId xmlns:a16="http://schemas.microsoft.com/office/drawing/2014/main" id="{74174644-5CA8-A82C-E9BB-B6E012ED1711}"/>
              </a:ext>
            </a:extLst>
          </p:cNvPr>
          <p:cNvSpPr>
            <a:spLocks noGrp="1"/>
          </p:cNvSpPr>
          <p:nvPr>
            <p:ph type="pic" sz="quarter" idx="44" hasCustomPrompt="1"/>
          </p:nvPr>
        </p:nvSpPr>
        <p:spPr>
          <a:xfrm>
            <a:off x="6420324" y="4089863"/>
            <a:ext cx="2090465"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n-lt"/>
              </a:defRPr>
            </a:lvl1pPr>
          </a:lstStyle>
          <a:p>
            <a:r>
              <a:rPr lang="en-US"/>
              <a:t>Click Icon to Change Image</a:t>
            </a:r>
          </a:p>
        </p:txBody>
      </p:sp>
      <p:sp>
        <p:nvSpPr>
          <p:cNvPr id="45" name="Rounded Rectangle 44">
            <a:extLst>
              <a:ext uri="{FF2B5EF4-FFF2-40B4-BE49-F238E27FC236}">
                <a16:creationId xmlns:a16="http://schemas.microsoft.com/office/drawing/2014/main" id="{C27522C8-072F-C40A-362F-EA406C345C75}"/>
              </a:ext>
            </a:extLst>
          </p:cNvPr>
          <p:cNvSpPr/>
          <p:nvPr userDrawn="1"/>
        </p:nvSpPr>
        <p:spPr>
          <a:xfrm>
            <a:off x="6321907" y="3992227"/>
            <a:ext cx="2287298"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3387428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eam Lineup-3">
    <p:bg>
      <p:bgPr>
        <a:solidFill>
          <a:schemeClr val="accent4"/>
        </a:solidFill>
        <a:effectLst/>
      </p:bgPr>
    </p:bg>
    <p:spTree>
      <p:nvGrpSpPr>
        <p:cNvPr id="1" name=""/>
        <p:cNvGrpSpPr/>
        <p:nvPr/>
      </p:nvGrpSpPr>
      <p:grpSpPr>
        <a:xfrm>
          <a:off x="0" y="0"/>
          <a:ext cx="0" cy="0"/>
          <a:chOff x="0" y="0"/>
          <a:chExt cx="0" cy="0"/>
        </a:xfrm>
      </p:grpSpPr>
      <p:pic>
        <p:nvPicPr>
          <p:cNvPr id="8" name="Picture Placeholder 18" descr="A person in a suit and tie&#10;&#10;Description automatically generated">
            <a:extLst>
              <a:ext uri="{FF2B5EF4-FFF2-40B4-BE49-F238E27FC236}">
                <a16:creationId xmlns:a16="http://schemas.microsoft.com/office/drawing/2014/main" id="{798CC528-BB73-B112-9A24-2B34CD8B7F9F}"/>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1092951" y="1453547"/>
            <a:ext cx="2090465" cy="2092325"/>
          </a:xfrm>
          <a:prstGeom prst="rect">
            <a:avLst/>
          </a:prstGeom>
        </p:spPr>
      </p:pic>
      <p:sp>
        <p:nvSpPr>
          <p:cNvPr id="44" name="Picture Placeholder 43">
            <a:extLst>
              <a:ext uri="{FF2B5EF4-FFF2-40B4-BE49-F238E27FC236}">
                <a16:creationId xmlns:a16="http://schemas.microsoft.com/office/drawing/2014/main" id="{9986F550-2736-B927-36F1-EB7A305EE47D}"/>
              </a:ext>
            </a:extLst>
          </p:cNvPr>
          <p:cNvSpPr>
            <a:spLocks noGrp="1"/>
          </p:cNvSpPr>
          <p:nvPr>
            <p:ph type="pic" sz="quarter" idx="10" hasCustomPrompt="1"/>
          </p:nvPr>
        </p:nvSpPr>
        <p:spPr>
          <a:xfrm>
            <a:off x="1092951" y="1453548"/>
            <a:ext cx="2090465"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n-lt"/>
              </a:defRPr>
            </a:lvl1pPr>
          </a:lstStyle>
          <a:p>
            <a:r>
              <a:rPr lang="en-US"/>
              <a:t>Click Icon to Change Image</a:t>
            </a:r>
          </a:p>
        </p:txBody>
      </p:sp>
      <p:sp>
        <p:nvSpPr>
          <p:cNvPr id="10" name="Rounded Rectangle 9">
            <a:extLst>
              <a:ext uri="{FF2B5EF4-FFF2-40B4-BE49-F238E27FC236}">
                <a16:creationId xmlns:a16="http://schemas.microsoft.com/office/drawing/2014/main" id="{221F7F2E-B4C0-AA13-1923-D46979C50854}"/>
              </a:ext>
            </a:extLst>
          </p:cNvPr>
          <p:cNvSpPr/>
          <p:nvPr userDrawn="1"/>
        </p:nvSpPr>
        <p:spPr>
          <a:xfrm>
            <a:off x="994534" y="1355912"/>
            <a:ext cx="2287298"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64" name="Text Placeholder 63">
            <a:extLst>
              <a:ext uri="{FF2B5EF4-FFF2-40B4-BE49-F238E27FC236}">
                <a16:creationId xmlns:a16="http://schemas.microsoft.com/office/drawing/2014/main" id="{DA2BA32D-CDEE-2438-CDCB-DED43308AFE9}"/>
              </a:ext>
            </a:extLst>
          </p:cNvPr>
          <p:cNvSpPr>
            <a:spLocks noGrp="1"/>
          </p:cNvSpPr>
          <p:nvPr>
            <p:ph type="body" sz="quarter" idx="14" hasCustomPrompt="1"/>
          </p:nvPr>
        </p:nvSpPr>
        <p:spPr>
          <a:xfrm>
            <a:off x="3444920" y="1355912"/>
            <a:ext cx="2505306" cy="398099"/>
          </a:xfrm>
        </p:spPr>
        <p:txBody>
          <a:bodyPr lIns="0">
            <a:normAutofit/>
          </a:bodyPr>
          <a:lstStyle>
            <a:lvl1pPr marL="0" indent="0">
              <a:buNone/>
              <a:defRPr sz="1800" b="0" i="0">
                <a:solidFill>
                  <a:srgbClr val="00EDED"/>
                </a:solidFill>
                <a:latin typeface="+mn-lt"/>
              </a:defRPr>
            </a:lvl1pPr>
          </a:lstStyle>
          <a:p>
            <a:pPr lvl="0"/>
            <a:r>
              <a:rPr lang="en-US"/>
              <a:t>Name</a:t>
            </a:r>
          </a:p>
        </p:txBody>
      </p:sp>
      <p:sp>
        <p:nvSpPr>
          <p:cNvPr id="65" name="Text Placeholder 63">
            <a:extLst>
              <a:ext uri="{FF2B5EF4-FFF2-40B4-BE49-F238E27FC236}">
                <a16:creationId xmlns:a16="http://schemas.microsoft.com/office/drawing/2014/main" id="{55BA595D-40D6-4B99-07C3-27C67BB7DECD}"/>
              </a:ext>
            </a:extLst>
          </p:cNvPr>
          <p:cNvSpPr>
            <a:spLocks noGrp="1"/>
          </p:cNvSpPr>
          <p:nvPr>
            <p:ph type="body" sz="quarter" idx="15" hasCustomPrompt="1"/>
          </p:nvPr>
        </p:nvSpPr>
        <p:spPr>
          <a:xfrm>
            <a:off x="3444920" y="1855526"/>
            <a:ext cx="2505306" cy="247206"/>
          </a:xfrm>
        </p:spPr>
        <p:txBody>
          <a:bodyPr lIns="0">
            <a:noAutofit/>
          </a:bodyPr>
          <a:lstStyle>
            <a:lvl1pPr marL="0" indent="0">
              <a:buNone/>
              <a:defRPr sz="1400" b="0" i="0">
                <a:solidFill>
                  <a:srgbClr val="003059"/>
                </a:solidFill>
                <a:highlight>
                  <a:srgbClr val="A2F3F3"/>
                </a:highlight>
                <a:latin typeface="+mn-lt"/>
              </a:defRPr>
            </a:lvl1pPr>
          </a:lstStyle>
          <a:p>
            <a:pPr lvl="0"/>
            <a:r>
              <a:rPr lang="en-US"/>
              <a:t>Position</a:t>
            </a:r>
          </a:p>
        </p:txBody>
      </p:sp>
      <p:sp>
        <p:nvSpPr>
          <p:cNvPr id="66" name="Text Placeholder 63">
            <a:extLst>
              <a:ext uri="{FF2B5EF4-FFF2-40B4-BE49-F238E27FC236}">
                <a16:creationId xmlns:a16="http://schemas.microsoft.com/office/drawing/2014/main" id="{2F5F2C19-E361-48AB-B7ED-A1442F7FBC22}"/>
              </a:ext>
            </a:extLst>
          </p:cNvPr>
          <p:cNvSpPr>
            <a:spLocks noGrp="1"/>
          </p:cNvSpPr>
          <p:nvPr>
            <p:ph type="body" sz="quarter" idx="16" hasCustomPrompt="1"/>
          </p:nvPr>
        </p:nvSpPr>
        <p:spPr>
          <a:xfrm>
            <a:off x="3444920" y="2301882"/>
            <a:ext cx="2505306" cy="1341625"/>
          </a:xfrm>
        </p:spPr>
        <p:txBody>
          <a:bodyPr lIns="0">
            <a:normAutofit/>
          </a:bodyPr>
          <a:lstStyle>
            <a:lvl1pPr marL="0" indent="0">
              <a:buNone/>
              <a:defRPr sz="1400" b="0">
                <a:solidFill>
                  <a:schemeClr val="bg1"/>
                </a:solidFill>
                <a:latin typeface="+mn-lt"/>
              </a:defRPr>
            </a:lvl1pPr>
          </a:lstStyle>
          <a:p>
            <a:pPr lvl="0"/>
            <a:r>
              <a:rPr lang="en-US"/>
              <a:t>Click to Add Text</a:t>
            </a:r>
          </a:p>
        </p:txBody>
      </p:sp>
      <p:sp>
        <p:nvSpPr>
          <p:cNvPr id="2" name="Title 3">
            <a:extLst>
              <a:ext uri="{FF2B5EF4-FFF2-40B4-BE49-F238E27FC236}">
                <a16:creationId xmlns:a16="http://schemas.microsoft.com/office/drawing/2014/main" id="{B74C37E9-E7A4-2C95-CC84-E4D7FD57D0BD}"/>
              </a:ext>
            </a:extLst>
          </p:cNvPr>
          <p:cNvSpPr>
            <a:spLocks noGrp="1"/>
          </p:cNvSpPr>
          <p:nvPr>
            <p:ph type="title" hasCustomPrompt="1"/>
          </p:nvPr>
        </p:nvSpPr>
        <p:spPr>
          <a:xfrm>
            <a:off x="570465" y="453195"/>
            <a:ext cx="1101535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sp>
        <p:nvSpPr>
          <p:cNvPr id="3" name="TextBox 2">
            <a:extLst>
              <a:ext uri="{FF2B5EF4-FFF2-40B4-BE49-F238E27FC236}">
                <a16:creationId xmlns:a16="http://schemas.microsoft.com/office/drawing/2014/main" id="{A8B16DC8-E28B-A421-AB71-0BA59C26698A}"/>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EDED"/>
                </a:solidFill>
                <a:effectLst/>
                <a:uLnTx/>
                <a:uFillTx/>
                <a:latin typeface="+mn-lt"/>
              </a:rPr>
              <a:t>Private and Confidential</a:t>
            </a:r>
          </a:p>
        </p:txBody>
      </p:sp>
      <p:sp>
        <p:nvSpPr>
          <p:cNvPr id="38" name="Text Placeholder 63">
            <a:extLst>
              <a:ext uri="{FF2B5EF4-FFF2-40B4-BE49-F238E27FC236}">
                <a16:creationId xmlns:a16="http://schemas.microsoft.com/office/drawing/2014/main" id="{3B5F76E6-C01F-CB8D-94A8-762CA8B142A3}"/>
              </a:ext>
            </a:extLst>
          </p:cNvPr>
          <p:cNvSpPr>
            <a:spLocks noGrp="1"/>
          </p:cNvSpPr>
          <p:nvPr>
            <p:ph type="body" sz="quarter" idx="22" hasCustomPrompt="1"/>
          </p:nvPr>
        </p:nvSpPr>
        <p:spPr>
          <a:xfrm>
            <a:off x="8772293" y="1355912"/>
            <a:ext cx="2505306" cy="398099"/>
          </a:xfrm>
        </p:spPr>
        <p:txBody>
          <a:bodyPr lIns="0">
            <a:normAutofit/>
          </a:bodyPr>
          <a:lstStyle>
            <a:lvl1pPr marL="0" indent="0">
              <a:buNone/>
              <a:defRPr sz="1800" b="0" i="0">
                <a:solidFill>
                  <a:srgbClr val="00EDED"/>
                </a:solidFill>
                <a:latin typeface="+mn-lt"/>
              </a:defRPr>
            </a:lvl1pPr>
          </a:lstStyle>
          <a:p>
            <a:pPr lvl="0"/>
            <a:r>
              <a:rPr lang="en-US"/>
              <a:t>Name</a:t>
            </a:r>
          </a:p>
        </p:txBody>
      </p:sp>
      <p:sp>
        <p:nvSpPr>
          <p:cNvPr id="39" name="Text Placeholder 63">
            <a:extLst>
              <a:ext uri="{FF2B5EF4-FFF2-40B4-BE49-F238E27FC236}">
                <a16:creationId xmlns:a16="http://schemas.microsoft.com/office/drawing/2014/main" id="{62DB7540-082F-5CC2-C0F7-37243091CBE5}"/>
              </a:ext>
            </a:extLst>
          </p:cNvPr>
          <p:cNvSpPr>
            <a:spLocks noGrp="1"/>
          </p:cNvSpPr>
          <p:nvPr>
            <p:ph type="body" sz="quarter" idx="23" hasCustomPrompt="1"/>
          </p:nvPr>
        </p:nvSpPr>
        <p:spPr>
          <a:xfrm>
            <a:off x="8772293" y="1855526"/>
            <a:ext cx="2505306" cy="247206"/>
          </a:xfrm>
        </p:spPr>
        <p:txBody>
          <a:bodyPr lIns="0">
            <a:noAutofit/>
          </a:bodyPr>
          <a:lstStyle>
            <a:lvl1pPr marL="0" indent="0">
              <a:buNone/>
              <a:defRPr sz="1400" b="0" i="0">
                <a:solidFill>
                  <a:srgbClr val="003059"/>
                </a:solidFill>
                <a:highlight>
                  <a:srgbClr val="A2F3F3"/>
                </a:highlight>
                <a:latin typeface="+mn-lt"/>
              </a:defRPr>
            </a:lvl1pPr>
          </a:lstStyle>
          <a:p>
            <a:pPr lvl="0"/>
            <a:r>
              <a:rPr lang="en-US"/>
              <a:t>Position</a:t>
            </a:r>
          </a:p>
        </p:txBody>
      </p:sp>
      <p:sp>
        <p:nvSpPr>
          <p:cNvPr id="40" name="Text Placeholder 63">
            <a:extLst>
              <a:ext uri="{FF2B5EF4-FFF2-40B4-BE49-F238E27FC236}">
                <a16:creationId xmlns:a16="http://schemas.microsoft.com/office/drawing/2014/main" id="{75A5E816-350F-A5F5-2E9F-3CF8590B5FEA}"/>
              </a:ext>
            </a:extLst>
          </p:cNvPr>
          <p:cNvSpPr>
            <a:spLocks noGrp="1"/>
          </p:cNvSpPr>
          <p:nvPr>
            <p:ph type="body" sz="quarter" idx="24" hasCustomPrompt="1"/>
          </p:nvPr>
        </p:nvSpPr>
        <p:spPr>
          <a:xfrm>
            <a:off x="8772293" y="2301882"/>
            <a:ext cx="2505306" cy="1341625"/>
          </a:xfrm>
        </p:spPr>
        <p:txBody>
          <a:bodyPr lIns="0">
            <a:normAutofit/>
          </a:bodyPr>
          <a:lstStyle>
            <a:lvl1pPr marL="0" indent="0">
              <a:buNone/>
              <a:defRPr sz="1400" b="0">
                <a:solidFill>
                  <a:schemeClr val="bg1"/>
                </a:solidFill>
                <a:latin typeface="+mn-lt"/>
              </a:defRPr>
            </a:lvl1pPr>
          </a:lstStyle>
          <a:p>
            <a:pPr lvl="0"/>
            <a:r>
              <a:rPr lang="en-US"/>
              <a:t>Click to Add Text</a:t>
            </a:r>
          </a:p>
        </p:txBody>
      </p:sp>
      <p:sp>
        <p:nvSpPr>
          <p:cNvPr id="49" name="Slide Number Placeholder 13">
            <a:extLst>
              <a:ext uri="{FF2B5EF4-FFF2-40B4-BE49-F238E27FC236}">
                <a16:creationId xmlns:a16="http://schemas.microsoft.com/office/drawing/2014/main" id="{1D9ACAC6-5264-97C5-66C9-993C95DB6178}"/>
              </a:ext>
            </a:extLst>
          </p:cNvPr>
          <p:cNvSpPr txBox="1">
            <a:spLocks/>
          </p:cNvSpPr>
          <p:nvPr userDrawn="1"/>
        </p:nvSpPr>
        <p:spPr>
          <a:xfrm>
            <a:off x="11429954" y="6411766"/>
            <a:ext cx="342971"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EDED"/>
                </a:solidFill>
                <a:latin typeface="Montserrat" pitchFamily="2" charset="77"/>
              </a:rPr>
              <a:pPr/>
              <a:t>‹#›</a:t>
            </a:fld>
            <a:endParaRPr lang="en-US" sz="800">
              <a:solidFill>
                <a:srgbClr val="00EDED"/>
              </a:solidFill>
              <a:latin typeface="Montserrat" pitchFamily="2" charset="77"/>
            </a:endParaRPr>
          </a:p>
        </p:txBody>
      </p:sp>
      <p:pic>
        <p:nvPicPr>
          <p:cNvPr id="50" name="Graphic 49">
            <a:extLst>
              <a:ext uri="{FF2B5EF4-FFF2-40B4-BE49-F238E27FC236}">
                <a16:creationId xmlns:a16="http://schemas.microsoft.com/office/drawing/2014/main" id="{6980351B-95B5-3077-F4BA-53CFA563E52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9306" y="6496842"/>
            <a:ext cx="365772" cy="194762"/>
          </a:xfrm>
          <a:prstGeom prst="rect">
            <a:avLst/>
          </a:prstGeom>
        </p:spPr>
      </p:pic>
      <p:pic>
        <p:nvPicPr>
          <p:cNvPr id="7" name="Picture Placeholder 18" descr="A person in a suit and tie&#10;&#10;Description automatically generated">
            <a:extLst>
              <a:ext uri="{FF2B5EF4-FFF2-40B4-BE49-F238E27FC236}">
                <a16:creationId xmlns:a16="http://schemas.microsoft.com/office/drawing/2014/main" id="{CB8ADA05-DDB5-B9AB-782A-849938D47F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6420324" y="1453547"/>
            <a:ext cx="2090465" cy="2092325"/>
          </a:xfrm>
          <a:prstGeom prst="rect">
            <a:avLst/>
          </a:prstGeom>
        </p:spPr>
      </p:pic>
      <p:sp>
        <p:nvSpPr>
          <p:cNvPr id="9" name="Picture Placeholder 43">
            <a:extLst>
              <a:ext uri="{FF2B5EF4-FFF2-40B4-BE49-F238E27FC236}">
                <a16:creationId xmlns:a16="http://schemas.microsoft.com/office/drawing/2014/main" id="{B39DBDE8-6DD2-35DF-1471-D6F315777B72}"/>
              </a:ext>
            </a:extLst>
          </p:cNvPr>
          <p:cNvSpPr>
            <a:spLocks noGrp="1"/>
          </p:cNvSpPr>
          <p:nvPr>
            <p:ph type="pic" sz="quarter" idx="29" hasCustomPrompt="1"/>
          </p:nvPr>
        </p:nvSpPr>
        <p:spPr>
          <a:xfrm>
            <a:off x="6420324" y="1453548"/>
            <a:ext cx="2090465"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n-lt"/>
              </a:defRPr>
            </a:lvl1pPr>
          </a:lstStyle>
          <a:p>
            <a:r>
              <a:rPr lang="en-US"/>
              <a:t>Click Icon to Change Image</a:t>
            </a:r>
          </a:p>
        </p:txBody>
      </p:sp>
      <p:sp>
        <p:nvSpPr>
          <p:cNvPr id="11" name="Rounded Rectangle 10">
            <a:extLst>
              <a:ext uri="{FF2B5EF4-FFF2-40B4-BE49-F238E27FC236}">
                <a16:creationId xmlns:a16="http://schemas.microsoft.com/office/drawing/2014/main" id="{733E9347-116B-4E30-B01A-3D27A3101607}"/>
              </a:ext>
            </a:extLst>
          </p:cNvPr>
          <p:cNvSpPr/>
          <p:nvPr userDrawn="1"/>
        </p:nvSpPr>
        <p:spPr>
          <a:xfrm>
            <a:off x="6321907" y="1355912"/>
            <a:ext cx="2287298"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pic>
        <p:nvPicPr>
          <p:cNvPr id="24" name="Picture Placeholder 18" descr="A person in a suit and tie&#10;&#10;Description automatically generated">
            <a:extLst>
              <a:ext uri="{FF2B5EF4-FFF2-40B4-BE49-F238E27FC236}">
                <a16:creationId xmlns:a16="http://schemas.microsoft.com/office/drawing/2014/main" id="{915F939E-100C-602E-BC0A-C2AEABBE3034}"/>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1092951" y="4089862"/>
            <a:ext cx="2090465" cy="2092325"/>
          </a:xfrm>
          <a:prstGeom prst="rect">
            <a:avLst/>
          </a:prstGeom>
        </p:spPr>
      </p:pic>
      <p:sp>
        <p:nvSpPr>
          <p:cNvPr id="25" name="Picture Placeholder 43">
            <a:extLst>
              <a:ext uri="{FF2B5EF4-FFF2-40B4-BE49-F238E27FC236}">
                <a16:creationId xmlns:a16="http://schemas.microsoft.com/office/drawing/2014/main" id="{9A7394D4-C605-6BF9-40D9-03DCF37D7D46}"/>
              </a:ext>
            </a:extLst>
          </p:cNvPr>
          <p:cNvSpPr>
            <a:spLocks noGrp="1"/>
          </p:cNvSpPr>
          <p:nvPr>
            <p:ph type="pic" sz="quarter" idx="30" hasCustomPrompt="1"/>
          </p:nvPr>
        </p:nvSpPr>
        <p:spPr>
          <a:xfrm>
            <a:off x="1092951" y="4089863"/>
            <a:ext cx="2090465"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n-lt"/>
              </a:defRPr>
            </a:lvl1pPr>
          </a:lstStyle>
          <a:p>
            <a:r>
              <a:rPr lang="en-US"/>
              <a:t>Click Icon to Change Image</a:t>
            </a:r>
          </a:p>
        </p:txBody>
      </p:sp>
      <p:sp>
        <p:nvSpPr>
          <p:cNvPr id="26" name="Rounded Rectangle 25">
            <a:extLst>
              <a:ext uri="{FF2B5EF4-FFF2-40B4-BE49-F238E27FC236}">
                <a16:creationId xmlns:a16="http://schemas.microsoft.com/office/drawing/2014/main" id="{F8985181-521F-AE3C-416A-FED3179C8699}"/>
              </a:ext>
            </a:extLst>
          </p:cNvPr>
          <p:cNvSpPr/>
          <p:nvPr userDrawn="1"/>
        </p:nvSpPr>
        <p:spPr>
          <a:xfrm>
            <a:off x="994534" y="3992227"/>
            <a:ext cx="2287298"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
        <p:nvSpPr>
          <p:cNvPr id="27" name="Text Placeholder 63">
            <a:extLst>
              <a:ext uri="{FF2B5EF4-FFF2-40B4-BE49-F238E27FC236}">
                <a16:creationId xmlns:a16="http://schemas.microsoft.com/office/drawing/2014/main" id="{23F486CE-9B64-294D-E631-CC3754076CE3}"/>
              </a:ext>
            </a:extLst>
          </p:cNvPr>
          <p:cNvSpPr>
            <a:spLocks noGrp="1"/>
          </p:cNvSpPr>
          <p:nvPr>
            <p:ph type="body" sz="quarter" idx="31" hasCustomPrompt="1"/>
          </p:nvPr>
        </p:nvSpPr>
        <p:spPr>
          <a:xfrm>
            <a:off x="3444920" y="3992227"/>
            <a:ext cx="2505306" cy="398099"/>
          </a:xfrm>
        </p:spPr>
        <p:txBody>
          <a:bodyPr lIns="0">
            <a:normAutofit/>
          </a:bodyPr>
          <a:lstStyle>
            <a:lvl1pPr marL="0" indent="0">
              <a:buNone/>
              <a:defRPr sz="1800" b="0" i="0">
                <a:solidFill>
                  <a:srgbClr val="00EDED"/>
                </a:solidFill>
                <a:latin typeface="+mn-lt"/>
              </a:defRPr>
            </a:lvl1pPr>
          </a:lstStyle>
          <a:p>
            <a:pPr lvl="0"/>
            <a:r>
              <a:rPr lang="en-US"/>
              <a:t>Name</a:t>
            </a:r>
          </a:p>
        </p:txBody>
      </p:sp>
      <p:sp>
        <p:nvSpPr>
          <p:cNvPr id="28" name="Text Placeholder 63">
            <a:extLst>
              <a:ext uri="{FF2B5EF4-FFF2-40B4-BE49-F238E27FC236}">
                <a16:creationId xmlns:a16="http://schemas.microsoft.com/office/drawing/2014/main" id="{54439993-D40F-3D99-88ED-1AEF9D5EB627}"/>
              </a:ext>
            </a:extLst>
          </p:cNvPr>
          <p:cNvSpPr>
            <a:spLocks noGrp="1"/>
          </p:cNvSpPr>
          <p:nvPr>
            <p:ph type="body" sz="quarter" idx="32" hasCustomPrompt="1"/>
          </p:nvPr>
        </p:nvSpPr>
        <p:spPr>
          <a:xfrm>
            <a:off x="3444920" y="4491841"/>
            <a:ext cx="2505306" cy="247206"/>
          </a:xfrm>
        </p:spPr>
        <p:txBody>
          <a:bodyPr lIns="0">
            <a:noAutofit/>
          </a:bodyPr>
          <a:lstStyle>
            <a:lvl1pPr marL="0" indent="0">
              <a:buNone/>
              <a:defRPr sz="1400" b="0" i="0">
                <a:solidFill>
                  <a:srgbClr val="003059"/>
                </a:solidFill>
                <a:highlight>
                  <a:srgbClr val="A2F3F3"/>
                </a:highlight>
                <a:latin typeface="+mn-lt"/>
              </a:defRPr>
            </a:lvl1pPr>
          </a:lstStyle>
          <a:p>
            <a:pPr lvl="0"/>
            <a:r>
              <a:rPr lang="en-US"/>
              <a:t>Position</a:t>
            </a:r>
          </a:p>
        </p:txBody>
      </p:sp>
      <p:sp>
        <p:nvSpPr>
          <p:cNvPr id="45" name="Text Placeholder 63">
            <a:extLst>
              <a:ext uri="{FF2B5EF4-FFF2-40B4-BE49-F238E27FC236}">
                <a16:creationId xmlns:a16="http://schemas.microsoft.com/office/drawing/2014/main" id="{9277DAAD-D5E8-159A-283F-F15F830D24E7}"/>
              </a:ext>
            </a:extLst>
          </p:cNvPr>
          <p:cNvSpPr>
            <a:spLocks noGrp="1"/>
          </p:cNvSpPr>
          <p:nvPr>
            <p:ph type="body" sz="quarter" idx="33" hasCustomPrompt="1"/>
          </p:nvPr>
        </p:nvSpPr>
        <p:spPr>
          <a:xfrm>
            <a:off x="3444920" y="4938197"/>
            <a:ext cx="2505306" cy="1341625"/>
          </a:xfrm>
        </p:spPr>
        <p:txBody>
          <a:bodyPr lIns="0">
            <a:normAutofit/>
          </a:bodyPr>
          <a:lstStyle>
            <a:lvl1pPr marL="0" indent="0">
              <a:buNone/>
              <a:defRPr sz="1400" b="0">
                <a:solidFill>
                  <a:schemeClr val="bg1"/>
                </a:solidFill>
                <a:latin typeface="+mn-lt"/>
              </a:defRPr>
            </a:lvl1pPr>
          </a:lstStyle>
          <a:p>
            <a:pPr lvl="0"/>
            <a:r>
              <a:rPr lang="en-US"/>
              <a:t>Click to Add Text</a:t>
            </a:r>
          </a:p>
        </p:txBody>
      </p:sp>
      <p:sp>
        <p:nvSpPr>
          <p:cNvPr id="51" name="Text Placeholder 63">
            <a:extLst>
              <a:ext uri="{FF2B5EF4-FFF2-40B4-BE49-F238E27FC236}">
                <a16:creationId xmlns:a16="http://schemas.microsoft.com/office/drawing/2014/main" id="{9DD10405-F3E1-6990-F88C-EE615BEE4305}"/>
              </a:ext>
            </a:extLst>
          </p:cNvPr>
          <p:cNvSpPr>
            <a:spLocks noGrp="1"/>
          </p:cNvSpPr>
          <p:nvPr>
            <p:ph type="body" sz="quarter" idx="34" hasCustomPrompt="1"/>
          </p:nvPr>
        </p:nvSpPr>
        <p:spPr>
          <a:xfrm>
            <a:off x="8772293" y="3992227"/>
            <a:ext cx="2505306" cy="398099"/>
          </a:xfrm>
        </p:spPr>
        <p:txBody>
          <a:bodyPr lIns="0">
            <a:normAutofit/>
          </a:bodyPr>
          <a:lstStyle>
            <a:lvl1pPr marL="0" indent="0">
              <a:buNone/>
              <a:defRPr sz="1800" b="0" i="0">
                <a:solidFill>
                  <a:srgbClr val="00EDED"/>
                </a:solidFill>
                <a:latin typeface="+mn-lt"/>
              </a:defRPr>
            </a:lvl1pPr>
          </a:lstStyle>
          <a:p>
            <a:pPr lvl="0"/>
            <a:r>
              <a:rPr lang="en-US"/>
              <a:t>Name</a:t>
            </a:r>
          </a:p>
        </p:txBody>
      </p:sp>
      <p:sp>
        <p:nvSpPr>
          <p:cNvPr id="52" name="Text Placeholder 63">
            <a:extLst>
              <a:ext uri="{FF2B5EF4-FFF2-40B4-BE49-F238E27FC236}">
                <a16:creationId xmlns:a16="http://schemas.microsoft.com/office/drawing/2014/main" id="{77848427-B193-7EC2-80E8-8A502B1F8E8A}"/>
              </a:ext>
            </a:extLst>
          </p:cNvPr>
          <p:cNvSpPr>
            <a:spLocks noGrp="1"/>
          </p:cNvSpPr>
          <p:nvPr>
            <p:ph type="body" sz="quarter" idx="35" hasCustomPrompt="1"/>
          </p:nvPr>
        </p:nvSpPr>
        <p:spPr>
          <a:xfrm>
            <a:off x="8772293" y="4491841"/>
            <a:ext cx="2505306" cy="247206"/>
          </a:xfrm>
        </p:spPr>
        <p:txBody>
          <a:bodyPr lIns="0">
            <a:noAutofit/>
          </a:bodyPr>
          <a:lstStyle>
            <a:lvl1pPr marL="0" indent="0">
              <a:buNone/>
              <a:defRPr sz="1400" b="0" i="0">
                <a:solidFill>
                  <a:srgbClr val="003059"/>
                </a:solidFill>
                <a:highlight>
                  <a:srgbClr val="A2F3F3"/>
                </a:highlight>
                <a:latin typeface="+mn-lt"/>
              </a:defRPr>
            </a:lvl1pPr>
          </a:lstStyle>
          <a:p>
            <a:pPr lvl="0"/>
            <a:r>
              <a:rPr lang="en-US"/>
              <a:t>Position</a:t>
            </a:r>
          </a:p>
        </p:txBody>
      </p:sp>
      <p:sp>
        <p:nvSpPr>
          <p:cNvPr id="53" name="Text Placeholder 63">
            <a:extLst>
              <a:ext uri="{FF2B5EF4-FFF2-40B4-BE49-F238E27FC236}">
                <a16:creationId xmlns:a16="http://schemas.microsoft.com/office/drawing/2014/main" id="{FC2A8FA7-509F-CA9C-B061-D1F6E7B4E89E}"/>
              </a:ext>
            </a:extLst>
          </p:cNvPr>
          <p:cNvSpPr>
            <a:spLocks noGrp="1"/>
          </p:cNvSpPr>
          <p:nvPr>
            <p:ph type="body" sz="quarter" idx="36" hasCustomPrompt="1"/>
          </p:nvPr>
        </p:nvSpPr>
        <p:spPr>
          <a:xfrm>
            <a:off x="8772293" y="4938197"/>
            <a:ext cx="2505306" cy="1341625"/>
          </a:xfrm>
        </p:spPr>
        <p:txBody>
          <a:bodyPr lIns="0">
            <a:normAutofit/>
          </a:bodyPr>
          <a:lstStyle>
            <a:lvl1pPr marL="0" indent="0">
              <a:buNone/>
              <a:defRPr sz="1400" b="0">
                <a:solidFill>
                  <a:schemeClr val="bg1"/>
                </a:solidFill>
                <a:latin typeface="+mn-lt"/>
              </a:defRPr>
            </a:lvl1pPr>
          </a:lstStyle>
          <a:p>
            <a:pPr lvl="0"/>
            <a:r>
              <a:rPr lang="en-US"/>
              <a:t>Click to Add Text</a:t>
            </a:r>
          </a:p>
        </p:txBody>
      </p:sp>
      <p:pic>
        <p:nvPicPr>
          <p:cNvPr id="54" name="Picture Placeholder 18" descr="A person in a suit and tie&#10;&#10;Description automatically generated">
            <a:extLst>
              <a:ext uri="{FF2B5EF4-FFF2-40B4-BE49-F238E27FC236}">
                <a16:creationId xmlns:a16="http://schemas.microsoft.com/office/drawing/2014/main" id="{1F5F0B1D-5AE1-9ED7-5337-986D4E4210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6420324" y="4089862"/>
            <a:ext cx="2090465" cy="2092325"/>
          </a:xfrm>
          <a:prstGeom prst="rect">
            <a:avLst/>
          </a:prstGeom>
        </p:spPr>
      </p:pic>
      <p:sp>
        <p:nvSpPr>
          <p:cNvPr id="55" name="Picture Placeholder 43">
            <a:extLst>
              <a:ext uri="{FF2B5EF4-FFF2-40B4-BE49-F238E27FC236}">
                <a16:creationId xmlns:a16="http://schemas.microsoft.com/office/drawing/2014/main" id="{9FBCC796-32DF-3849-816A-F7F4115EA346}"/>
              </a:ext>
            </a:extLst>
          </p:cNvPr>
          <p:cNvSpPr>
            <a:spLocks noGrp="1"/>
          </p:cNvSpPr>
          <p:nvPr>
            <p:ph type="pic" sz="quarter" idx="37" hasCustomPrompt="1"/>
          </p:nvPr>
        </p:nvSpPr>
        <p:spPr>
          <a:xfrm>
            <a:off x="6420324" y="4089863"/>
            <a:ext cx="2090465"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n-lt"/>
              </a:defRPr>
            </a:lvl1pPr>
          </a:lstStyle>
          <a:p>
            <a:r>
              <a:rPr lang="en-US"/>
              <a:t>Click Icon to Change Image</a:t>
            </a:r>
          </a:p>
        </p:txBody>
      </p:sp>
      <p:sp>
        <p:nvSpPr>
          <p:cNvPr id="56" name="Rounded Rectangle 55">
            <a:extLst>
              <a:ext uri="{FF2B5EF4-FFF2-40B4-BE49-F238E27FC236}">
                <a16:creationId xmlns:a16="http://schemas.microsoft.com/office/drawing/2014/main" id="{5B4DAFBC-AC0E-BC84-DF54-9D5EAE857FC8}"/>
              </a:ext>
            </a:extLst>
          </p:cNvPr>
          <p:cNvSpPr/>
          <p:nvPr userDrawn="1"/>
        </p:nvSpPr>
        <p:spPr>
          <a:xfrm>
            <a:off x="6321907" y="3992227"/>
            <a:ext cx="2287298"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41562390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4_Blank Layout">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0D7B0BE-371D-7D88-B20B-F2B8A51EE5FD}"/>
              </a:ext>
            </a:extLst>
          </p:cNvPr>
          <p:cNvSpPr txBox="1">
            <a:spLocks/>
          </p:cNvSpPr>
          <p:nvPr userDrawn="1"/>
        </p:nvSpPr>
        <p:spPr>
          <a:xfrm>
            <a:off x="3210058" y="1927123"/>
            <a:ext cx="5771885" cy="3003753"/>
          </a:xfrm>
          <a:prstGeom prst="rect">
            <a:avLst/>
          </a:prstGeom>
        </p:spPr>
        <p:txBody>
          <a:bodyPr lIns="0" tIns="0" rIns="0" bIns="0" anchor="ctr"/>
          <a:lstStyle>
            <a:lvl1pPr marL="228517" indent="-228517" algn="l" defTabSz="9140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548" indent="-228517" algn="l" defTabSz="9140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595" indent="-228517" algn="l" defTabSz="9140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64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67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76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789"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82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855"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7298">
                <a:solidFill>
                  <a:srgbClr val="00EDED"/>
                </a:solidFill>
                <a:latin typeface="+mn-lt"/>
              </a:rPr>
              <a:t>Q&amp;A</a:t>
            </a:r>
          </a:p>
        </p:txBody>
      </p:sp>
      <p:sp>
        <p:nvSpPr>
          <p:cNvPr id="6" name="Freeform 5">
            <a:extLst>
              <a:ext uri="{FF2B5EF4-FFF2-40B4-BE49-F238E27FC236}">
                <a16:creationId xmlns:a16="http://schemas.microsoft.com/office/drawing/2014/main" id="{48F93217-BC79-CAE2-81BF-649EC04DD56C}"/>
              </a:ext>
            </a:extLst>
          </p:cNvPr>
          <p:cNvSpPr>
            <a:spLocks/>
          </p:cNvSpPr>
          <p:nvPr userDrawn="1"/>
        </p:nvSpPr>
        <p:spPr>
          <a:xfrm>
            <a:off x="0" y="1781183"/>
            <a:ext cx="2152966" cy="3295632"/>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00EDED"/>
          </a:solidFill>
          <a:ln w="17383" cap="flat">
            <a:noFill/>
            <a:prstDash val="solid"/>
            <a:miter/>
          </a:ln>
        </p:spPr>
        <p:txBody>
          <a:bodyPr rtlCol="0" anchor="ctr"/>
          <a:lstStyle/>
          <a:p>
            <a:endParaRPr lang="en-US" sz="1800"/>
          </a:p>
        </p:txBody>
      </p:sp>
    </p:spTree>
    <p:extLst>
      <p:ext uri="{BB962C8B-B14F-4D97-AF65-F5344CB8AC3E}">
        <p14:creationId xmlns:p14="http://schemas.microsoft.com/office/powerpoint/2010/main" val="820525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3_Blank Layout">
    <p:bg>
      <p:bgPr>
        <a:solidFill>
          <a:schemeClr val="accent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0D7B0BE-371D-7D88-B20B-F2B8A51EE5FD}"/>
              </a:ext>
            </a:extLst>
          </p:cNvPr>
          <p:cNvSpPr txBox="1">
            <a:spLocks/>
          </p:cNvSpPr>
          <p:nvPr userDrawn="1"/>
        </p:nvSpPr>
        <p:spPr>
          <a:xfrm>
            <a:off x="3210058" y="1927123"/>
            <a:ext cx="5771885" cy="3003753"/>
          </a:xfrm>
          <a:prstGeom prst="rect">
            <a:avLst/>
          </a:prstGeom>
        </p:spPr>
        <p:txBody>
          <a:bodyPr lIns="0" tIns="0" rIns="0" bIns="0" anchor="ctr"/>
          <a:lstStyle>
            <a:lvl1pPr marL="228517" indent="-228517" algn="l" defTabSz="9140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548" indent="-228517" algn="l" defTabSz="9140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595" indent="-228517" algn="l" defTabSz="9140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64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67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76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789"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82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855"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7298">
                <a:solidFill>
                  <a:srgbClr val="00EDED"/>
                </a:solidFill>
                <a:latin typeface="+mn-lt"/>
              </a:rPr>
              <a:t>Q&amp;A</a:t>
            </a:r>
          </a:p>
        </p:txBody>
      </p:sp>
      <p:sp>
        <p:nvSpPr>
          <p:cNvPr id="6" name="Freeform 5">
            <a:extLst>
              <a:ext uri="{FF2B5EF4-FFF2-40B4-BE49-F238E27FC236}">
                <a16:creationId xmlns:a16="http://schemas.microsoft.com/office/drawing/2014/main" id="{AE91DE7F-49D5-FF1B-5CAA-451E48CC039A}"/>
              </a:ext>
            </a:extLst>
          </p:cNvPr>
          <p:cNvSpPr>
            <a:spLocks/>
          </p:cNvSpPr>
          <p:nvPr userDrawn="1"/>
        </p:nvSpPr>
        <p:spPr>
          <a:xfrm>
            <a:off x="0" y="1781183"/>
            <a:ext cx="2152966" cy="3295632"/>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00EDED"/>
          </a:solidFill>
          <a:ln w="17383" cap="flat">
            <a:noFill/>
            <a:prstDash val="solid"/>
            <a:miter/>
          </a:ln>
        </p:spPr>
        <p:txBody>
          <a:bodyPr rtlCol="0" anchor="ctr"/>
          <a:lstStyle/>
          <a:p>
            <a:endParaRPr lang="en-US" sz="1800"/>
          </a:p>
        </p:txBody>
      </p:sp>
    </p:spTree>
    <p:extLst>
      <p:ext uri="{BB962C8B-B14F-4D97-AF65-F5344CB8AC3E}">
        <p14:creationId xmlns:p14="http://schemas.microsoft.com/office/powerpoint/2010/main" val="1163680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End Page">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2000" cy="1257300"/>
          </a:xfrm>
          <a:prstGeom prst="rect">
            <a:avLst/>
          </a:prstGeom>
          <a:solidFill>
            <a:srgbClr val="F4F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5" name="TextBox 4">
            <a:extLst>
              <a:ext uri="{FF2B5EF4-FFF2-40B4-BE49-F238E27FC236}">
                <a16:creationId xmlns:a16="http://schemas.microsoft.com/office/drawing/2014/main" id="{41E6EE4B-0811-69DE-2A0E-45AD15613919}"/>
              </a:ext>
            </a:extLst>
          </p:cNvPr>
          <p:cNvSpPr txBox="1"/>
          <p:nvPr userDrawn="1"/>
        </p:nvSpPr>
        <p:spPr>
          <a:xfrm>
            <a:off x="356497" y="0"/>
            <a:ext cx="5501099" cy="1862048"/>
          </a:xfrm>
          <a:prstGeom prst="rect">
            <a:avLst/>
          </a:prstGeom>
          <a:noFill/>
        </p:spPr>
        <p:txBody>
          <a:bodyPr wrap="square" lIns="91428" tIns="45714" rIns="91428" bIns="45714" rtlCol="0" anchor="t">
            <a:spAutoFit/>
          </a:bodyPr>
          <a:lstStyle/>
          <a:p>
            <a:r>
              <a:rPr lang="en-GB" sz="11499" b="0" i="0">
                <a:solidFill>
                  <a:srgbClr val="003059"/>
                </a:solidFill>
                <a:latin typeface="+mn-lt"/>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624173" y="4669676"/>
            <a:ext cx="3962573" cy="1862048"/>
          </a:xfrm>
          <a:prstGeom prst="rect">
            <a:avLst/>
          </a:prstGeom>
          <a:noFill/>
        </p:spPr>
        <p:txBody>
          <a:bodyPr wrap="square" lIns="91428" tIns="45714" rIns="91428" bIns="45714" rtlCol="0" anchor="t">
            <a:spAutoFit/>
          </a:bodyPr>
          <a:lstStyle/>
          <a:p>
            <a:pPr algn="r"/>
            <a:r>
              <a:rPr lang="en-GB" sz="11499" b="0" i="0">
                <a:solidFill>
                  <a:srgbClr val="003059"/>
                </a:solidFill>
                <a:latin typeface="+mn-lt"/>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2836" y="2584107"/>
            <a:ext cx="2506329" cy="1689789"/>
          </a:xfrm>
          <a:prstGeom prst="rect">
            <a:avLst/>
          </a:prstGeom>
        </p:spPr>
      </p:pic>
    </p:spTree>
    <p:extLst>
      <p:ext uri="{BB962C8B-B14F-4D97-AF65-F5344CB8AC3E}">
        <p14:creationId xmlns:p14="http://schemas.microsoft.com/office/powerpoint/2010/main" val="3001792828"/>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End Page">
    <p:bg>
      <p:bgPr>
        <a:solidFill>
          <a:schemeClr val="accent4"/>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2000" cy="1257300"/>
          </a:xfrm>
          <a:prstGeom prst="rect">
            <a:avLst/>
          </a:prstGeom>
          <a:solidFill>
            <a:srgbClr val="3145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5" name="TextBox 4">
            <a:extLst>
              <a:ext uri="{FF2B5EF4-FFF2-40B4-BE49-F238E27FC236}">
                <a16:creationId xmlns:a16="http://schemas.microsoft.com/office/drawing/2014/main" id="{41E6EE4B-0811-69DE-2A0E-45AD15613919}"/>
              </a:ext>
            </a:extLst>
          </p:cNvPr>
          <p:cNvSpPr txBox="1"/>
          <p:nvPr userDrawn="1"/>
        </p:nvSpPr>
        <p:spPr>
          <a:xfrm>
            <a:off x="356497" y="0"/>
            <a:ext cx="5501099" cy="1862048"/>
          </a:xfrm>
          <a:prstGeom prst="rect">
            <a:avLst/>
          </a:prstGeom>
          <a:noFill/>
        </p:spPr>
        <p:txBody>
          <a:bodyPr wrap="square" lIns="91428" tIns="45714" rIns="91428" bIns="45714" rtlCol="0" anchor="t">
            <a:spAutoFit/>
          </a:bodyPr>
          <a:lstStyle/>
          <a:p>
            <a:r>
              <a:rPr lang="en-GB" sz="11499" b="0" i="0">
                <a:solidFill>
                  <a:srgbClr val="00EDED"/>
                </a:solidFill>
                <a:latin typeface="+mn-lt"/>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624173" y="4669676"/>
            <a:ext cx="3962573" cy="1862048"/>
          </a:xfrm>
          <a:prstGeom prst="rect">
            <a:avLst/>
          </a:prstGeom>
          <a:noFill/>
        </p:spPr>
        <p:txBody>
          <a:bodyPr wrap="square" lIns="91428" tIns="45714" rIns="91428" bIns="45714" rtlCol="0" anchor="t">
            <a:spAutoFit/>
          </a:bodyPr>
          <a:lstStyle/>
          <a:p>
            <a:pPr algn="r"/>
            <a:r>
              <a:rPr lang="en-GB" sz="11499" b="0" i="0">
                <a:solidFill>
                  <a:srgbClr val="00EDED"/>
                </a:solidFill>
                <a:latin typeface="+mn-lt"/>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2836" y="2584107"/>
            <a:ext cx="2506329" cy="1689789"/>
          </a:xfrm>
          <a:prstGeom prst="rect">
            <a:avLst/>
          </a:prstGeom>
        </p:spPr>
      </p:pic>
    </p:spTree>
    <p:extLst>
      <p:ext uri="{BB962C8B-B14F-4D97-AF65-F5344CB8AC3E}">
        <p14:creationId xmlns:p14="http://schemas.microsoft.com/office/powerpoint/2010/main" val="125447474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7E0C-1A2A-3799-8C13-068FEDF3C6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08FCF-5ED2-A5FC-0237-F50D6BEDF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D0541-AF9A-CAEB-482E-70D3244553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4232C545-7EB3-F641-A3CF-599386811F03}" type="datetimeFigureOut">
              <a:rPr lang="en-US" smtClean="0"/>
              <a:pPr/>
              <a:t>1/4/2026</a:t>
            </a:fld>
            <a:endParaRPr lang="en-US"/>
          </a:p>
        </p:txBody>
      </p:sp>
      <p:sp>
        <p:nvSpPr>
          <p:cNvPr id="5" name="Footer Placeholder 4">
            <a:extLst>
              <a:ext uri="{FF2B5EF4-FFF2-40B4-BE49-F238E27FC236}">
                <a16:creationId xmlns:a16="http://schemas.microsoft.com/office/drawing/2014/main" id="{3C5AE006-BC14-9DBE-3B76-8EB3B5C757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9F8BCFC9-732B-E4E5-0CFC-2275A931A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EBD8787E-A45C-CA4B-804C-4B1807D7BA78}" type="slidenum">
              <a:rPr lang="en-US" smtClean="0"/>
              <a:pPr/>
              <a:t>‹#›</a:t>
            </a:fld>
            <a:endParaRPr lang="en-US"/>
          </a:p>
        </p:txBody>
      </p:sp>
    </p:spTree>
    <p:extLst>
      <p:ext uri="{BB962C8B-B14F-4D97-AF65-F5344CB8AC3E}">
        <p14:creationId xmlns:p14="http://schemas.microsoft.com/office/powerpoint/2010/main" val="92644064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713"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99" r:id="rId30"/>
    <p:sldLayoutId id="2147483698" r:id="rId31"/>
    <p:sldLayoutId id="2147483705" r:id="rId32"/>
    <p:sldLayoutId id="2147483704" r:id="rId33"/>
    <p:sldLayoutId id="2147483702" r:id="rId34"/>
    <p:sldLayoutId id="2147483701" r:id="rId35"/>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svg"/><Relationship Id="rId2" Type="http://schemas.openxmlformats.org/officeDocument/2006/relationships/notesSlide" Target="../notesSlides/notesSlide1.xml"/><Relationship Id="rId1" Type="http://schemas.openxmlformats.org/officeDocument/2006/relationships/slideLayout" Target="../slideLayouts/slideLayout16.xml"/><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svg"/><Relationship Id="rId4" Type="http://schemas.openxmlformats.org/officeDocument/2006/relationships/image" Target="../media/image43.svg"/><Relationship Id="rId9" Type="http://schemas.openxmlformats.org/officeDocument/2006/relationships/image" Target="../media/image4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D3530-686B-4572-0739-794EFF0B6A7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5848DA7-45E7-9D72-1F88-001863CADA00}"/>
              </a:ext>
            </a:extLst>
          </p:cNvPr>
          <p:cNvSpPr/>
          <p:nvPr/>
        </p:nvSpPr>
        <p:spPr>
          <a:xfrm>
            <a:off x="0" y="6332561"/>
            <a:ext cx="873457" cy="52543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E07B88-BA14-BAB9-6E21-B92A8C54F82B}"/>
              </a:ext>
            </a:extLst>
          </p:cNvPr>
          <p:cNvSpPr>
            <a:spLocks noGrp="1"/>
          </p:cNvSpPr>
          <p:nvPr>
            <p:ph type="title"/>
          </p:nvPr>
        </p:nvSpPr>
        <p:spPr>
          <a:xfrm>
            <a:off x="570466" y="453195"/>
            <a:ext cx="2779208" cy="1661993"/>
          </a:xfrm>
        </p:spPr>
        <p:txBody>
          <a:bodyPr/>
          <a:lstStyle/>
          <a:p>
            <a:r>
              <a:rPr lang="en-US"/>
              <a:t>Agentic Proposal Generation</a:t>
            </a:r>
          </a:p>
        </p:txBody>
      </p:sp>
      <p:cxnSp>
        <p:nvCxnSpPr>
          <p:cNvPr id="45" name="Straight Connector 44">
            <a:extLst>
              <a:ext uri="{FF2B5EF4-FFF2-40B4-BE49-F238E27FC236}">
                <a16:creationId xmlns:a16="http://schemas.microsoft.com/office/drawing/2014/main" id="{959B9239-4AD2-C56D-D8FB-716E62295C76}"/>
              </a:ext>
            </a:extLst>
          </p:cNvPr>
          <p:cNvCxnSpPr>
            <a:cxnSpLocks/>
          </p:cNvCxnSpPr>
          <p:nvPr/>
        </p:nvCxnSpPr>
        <p:spPr>
          <a:xfrm>
            <a:off x="7333077" y="611779"/>
            <a:ext cx="0" cy="563444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F70DFC9-DFBD-2C8E-8157-DEC6AEBD7F9D}"/>
              </a:ext>
            </a:extLst>
          </p:cNvPr>
          <p:cNvSpPr/>
          <p:nvPr/>
        </p:nvSpPr>
        <p:spPr>
          <a:xfrm>
            <a:off x="3923316" y="502529"/>
            <a:ext cx="352529" cy="34524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endParaRPr>
          </a:p>
        </p:txBody>
      </p:sp>
      <p:grpSp>
        <p:nvGrpSpPr>
          <p:cNvPr id="50" name="Graphic 159">
            <a:extLst>
              <a:ext uri="{FF2B5EF4-FFF2-40B4-BE49-F238E27FC236}">
                <a16:creationId xmlns:a16="http://schemas.microsoft.com/office/drawing/2014/main" id="{BFD3174F-A927-06D3-4CD1-9F226BBAD760}"/>
              </a:ext>
            </a:extLst>
          </p:cNvPr>
          <p:cNvGrpSpPr>
            <a:grpSpLocks noChangeAspect="1"/>
          </p:cNvGrpSpPr>
          <p:nvPr/>
        </p:nvGrpSpPr>
        <p:grpSpPr>
          <a:xfrm>
            <a:off x="4007641" y="583367"/>
            <a:ext cx="183879" cy="180080"/>
            <a:chOff x="3039690" y="3963730"/>
            <a:chExt cx="704244" cy="704245"/>
          </a:xfrm>
          <a:solidFill>
            <a:schemeClr val="accent2"/>
          </a:solidFill>
        </p:grpSpPr>
        <p:sp>
          <p:nvSpPr>
            <p:cNvPr id="51" name="Freeform 13">
              <a:extLst>
                <a:ext uri="{FF2B5EF4-FFF2-40B4-BE49-F238E27FC236}">
                  <a16:creationId xmlns:a16="http://schemas.microsoft.com/office/drawing/2014/main" id="{587A2EE5-69E7-525E-0047-BDA1F3F8FBA4}"/>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endParaRPr lang="en-US">
                <a:solidFill>
                  <a:schemeClr val="accent1"/>
                </a:solidFill>
              </a:endParaRPr>
            </a:p>
          </p:txBody>
        </p:sp>
        <p:sp>
          <p:nvSpPr>
            <p:cNvPr id="52" name="Freeform 14">
              <a:extLst>
                <a:ext uri="{FF2B5EF4-FFF2-40B4-BE49-F238E27FC236}">
                  <a16:creationId xmlns:a16="http://schemas.microsoft.com/office/drawing/2014/main" id="{1B2854D1-3E25-E4F9-191F-91FE63BAE2CB}"/>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endParaRPr lang="en-US">
                <a:solidFill>
                  <a:schemeClr val="accent1"/>
                </a:solidFill>
              </a:endParaRPr>
            </a:p>
          </p:txBody>
        </p:sp>
        <p:sp>
          <p:nvSpPr>
            <p:cNvPr id="53" name="Freeform 15">
              <a:extLst>
                <a:ext uri="{FF2B5EF4-FFF2-40B4-BE49-F238E27FC236}">
                  <a16:creationId xmlns:a16="http://schemas.microsoft.com/office/drawing/2014/main" id="{073F8541-F221-EBB7-C6A2-D24F4EE3967B}"/>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endParaRPr lang="en-US">
                <a:solidFill>
                  <a:schemeClr val="accent1"/>
                </a:solidFill>
              </a:endParaRPr>
            </a:p>
          </p:txBody>
        </p:sp>
      </p:grpSp>
      <p:sp>
        <p:nvSpPr>
          <p:cNvPr id="48" name="Text Placeholder 7">
            <a:extLst>
              <a:ext uri="{FF2B5EF4-FFF2-40B4-BE49-F238E27FC236}">
                <a16:creationId xmlns:a16="http://schemas.microsoft.com/office/drawing/2014/main" id="{21485BB6-C6A8-72E6-4D59-BB5CAFD12E6F}"/>
              </a:ext>
            </a:extLst>
          </p:cNvPr>
          <p:cNvSpPr txBox="1">
            <a:spLocks/>
          </p:cNvSpPr>
          <p:nvPr/>
        </p:nvSpPr>
        <p:spPr>
          <a:xfrm>
            <a:off x="4284304" y="502529"/>
            <a:ext cx="1637918" cy="345242"/>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rPr>
              <a:t>Challenges</a:t>
            </a:r>
          </a:p>
        </p:txBody>
      </p:sp>
      <p:sp>
        <p:nvSpPr>
          <p:cNvPr id="54" name="TextBox 53">
            <a:extLst>
              <a:ext uri="{FF2B5EF4-FFF2-40B4-BE49-F238E27FC236}">
                <a16:creationId xmlns:a16="http://schemas.microsoft.com/office/drawing/2014/main" id="{DA77875D-F20F-927D-83E7-DCE93B4FA8A2}"/>
              </a:ext>
            </a:extLst>
          </p:cNvPr>
          <p:cNvSpPr txBox="1"/>
          <p:nvPr/>
        </p:nvSpPr>
        <p:spPr>
          <a:xfrm>
            <a:off x="3919831" y="1078393"/>
            <a:ext cx="3190732" cy="2616101"/>
          </a:xfrm>
          <a:prstGeom prst="rect">
            <a:avLst/>
          </a:prstGeom>
          <a:noFill/>
        </p:spPr>
        <p:txBody>
          <a:bodyPr wrap="square" lIns="0" tIns="0" rIns="0" bIns="0" rtlCol="0" anchor="t">
            <a:spAutoFit/>
          </a:bodyPr>
          <a:lstStyle/>
          <a:p>
            <a:pPr marR="0" lvl="0" algn="l" defTabSz="914400" rtl="0" eaLnBrk="1" fontAlgn="auto" latinLnBrk="0" hangingPunct="1">
              <a:spcBef>
                <a:spcPts val="600"/>
              </a:spcBef>
              <a:spcAft>
                <a:spcPts val="0"/>
              </a:spcAft>
              <a:buClrTx/>
              <a:buSzTx/>
              <a:tabLst/>
              <a:defRPr/>
            </a:pPr>
            <a:r>
              <a:rPr lang="en-US" sz="1000">
                <a:solidFill>
                  <a:schemeClr val="bg2"/>
                </a:solidFill>
                <a:ea typeface="Open Sans"/>
                <a:cs typeface="Open Sans"/>
              </a:rPr>
              <a:t>Client receives thousands of requests each week for event proposals, such as business meetings, conventions, weddings, etc. Group sales represent a significant share of the company’s revenue.</a:t>
            </a:r>
          </a:p>
          <a:p>
            <a:pPr marR="0" lvl="0" algn="l" defTabSz="914400" rtl="0" eaLnBrk="1" fontAlgn="auto" latinLnBrk="0" hangingPunct="1">
              <a:spcBef>
                <a:spcPts val="600"/>
              </a:spcBef>
              <a:spcAft>
                <a:spcPts val="0"/>
              </a:spcAft>
              <a:buClrTx/>
              <a:buSzTx/>
              <a:tabLst/>
              <a:defRPr/>
            </a:pPr>
            <a:r>
              <a:rPr lang="en-US" sz="1000">
                <a:solidFill>
                  <a:schemeClr val="bg2"/>
                </a:solidFill>
                <a:ea typeface="Open Sans"/>
                <a:cs typeface="Open Sans"/>
              </a:rPr>
              <a:t>When a potential client makes an RFP, the sales team must work quickly to write an attractive, detailed proposal. But they are time constrained:</a:t>
            </a:r>
            <a:endParaRPr lang="en-US" sz="1000" b="0" i="0" u="none" strike="noStrike" kern="1200" cap="none" spc="0" normalizeH="0" baseline="0" noProof="0">
              <a:ln>
                <a:noFill/>
              </a:ln>
              <a:solidFill>
                <a:schemeClr val="bg2"/>
              </a:solidFill>
              <a:effectLst/>
              <a:uLnTx/>
              <a:uFillTx/>
              <a:ea typeface="Open Sans"/>
              <a:cs typeface="Open Sans"/>
            </a:endParaRPr>
          </a:p>
          <a:p>
            <a:pPr marL="228600" marR="0" lvl="0" indent="-228600" algn="l" defTabSz="914400" rtl="0" eaLnBrk="1" fontAlgn="auto" latinLnBrk="0" hangingPunct="1">
              <a:spcBef>
                <a:spcPts val="600"/>
              </a:spcBef>
              <a:spcAft>
                <a:spcPts val="0"/>
              </a:spcAft>
              <a:buClrTx/>
              <a:buSzTx/>
              <a:buFont typeface="Arial" charset="0"/>
              <a:buChar char="•"/>
              <a:tabLst/>
              <a:defRPr/>
            </a:pPr>
            <a:r>
              <a:rPr kumimoji="0" lang="en-US" sz="1000" b="0" i="0" u="none" strike="noStrike" kern="1200" cap="none" spc="0" normalizeH="0" baseline="0" noProof="0">
                <a:ln>
                  <a:noFill/>
                </a:ln>
                <a:solidFill>
                  <a:schemeClr val="bg2"/>
                </a:solidFill>
                <a:effectLst/>
                <a:uLnTx/>
                <a:uFillTx/>
                <a:ea typeface="Open Sans"/>
                <a:cs typeface="Open Sans"/>
              </a:rPr>
              <a:t>Sales teams neglect to personalize proposals or leave out details from the vast amount of available information about properties</a:t>
            </a:r>
            <a:endParaRPr lang="en-US" sz="1000" b="0" i="0" u="none" strike="noStrike" kern="1200" cap="none" spc="0" normalizeH="0" baseline="0" noProof="0">
              <a:ln>
                <a:noFill/>
              </a:ln>
              <a:solidFill>
                <a:schemeClr val="bg2"/>
              </a:solidFill>
              <a:effectLst/>
              <a:uLnTx/>
              <a:uFillTx/>
              <a:ea typeface="Open Sans"/>
              <a:cs typeface="Open Sans"/>
            </a:endParaRPr>
          </a:p>
          <a:p>
            <a:pPr marL="228600" marR="0" lvl="0" indent="-228600" algn="l" defTabSz="914400" rtl="0" eaLnBrk="1" fontAlgn="auto" latinLnBrk="0" hangingPunct="1">
              <a:spcBef>
                <a:spcPts val="600"/>
              </a:spcBef>
              <a:spcAft>
                <a:spcPts val="0"/>
              </a:spcAft>
              <a:buClrTx/>
              <a:buSzTx/>
              <a:buFont typeface="Arial" charset="0"/>
              <a:buChar char="•"/>
              <a:tabLst/>
              <a:defRPr/>
            </a:pPr>
            <a:r>
              <a:rPr lang="en-US" sz="1000">
                <a:solidFill>
                  <a:schemeClr val="bg2"/>
                </a:solidFill>
                <a:ea typeface="Open Sans"/>
                <a:cs typeface="Open Sans"/>
              </a:rPr>
              <a:t>Relevant features and local attractions that would enhance a proposal are missed.</a:t>
            </a:r>
          </a:p>
          <a:p>
            <a:pPr marL="228600" indent="-228600">
              <a:spcBef>
                <a:spcPts val="600"/>
              </a:spcBef>
              <a:buFont typeface="Arial" charset="0"/>
              <a:buChar char="•"/>
              <a:defRPr/>
            </a:pPr>
            <a:r>
              <a:rPr kumimoji="0" lang="en-US" sz="1000" b="0" i="0" u="none" strike="noStrike" kern="1200" cap="none" spc="0" normalizeH="0" baseline="0" noProof="0">
                <a:ln>
                  <a:noFill/>
                </a:ln>
                <a:solidFill>
                  <a:schemeClr val="bg2"/>
                </a:solidFill>
                <a:effectLst/>
                <a:uLnTx/>
                <a:uFillTx/>
                <a:ea typeface="Open Sans"/>
                <a:cs typeface="Open Sans"/>
              </a:rPr>
              <a:t>LLMs can hallucinate or produce outputs that do not meet the quality </a:t>
            </a:r>
            <a:r>
              <a:rPr lang="en-US" sz="1000">
                <a:solidFill>
                  <a:schemeClr val="bg2"/>
                </a:solidFill>
                <a:ea typeface="Open Sans"/>
                <a:cs typeface="Open Sans"/>
              </a:rPr>
              <a:t>standards of the</a:t>
            </a:r>
            <a:r>
              <a:rPr kumimoji="0" lang="en-US" sz="1000" b="0" i="0" u="none" strike="noStrike" kern="1200" cap="none" spc="0" normalizeH="0" baseline="0" noProof="0">
                <a:ln>
                  <a:noFill/>
                </a:ln>
                <a:solidFill>
                  <a:schemeClr val="bg2"/>
                </a:solidFill>
                <a:effectLst/>
                <a:uLnTx/>
                <a:uFillTx/>
                <a:ea typeface="Open Sans"/>
                <a:cs typeface="Open Sans"/>
              </a:rPr>
              <a:t> </a:t>
            </a:r>
            <a:r>
              <a:rPr lang="en-US" sz="1000">
                <a:solidFill>
                  <a:schemeClr val="bg2"/>
                </a:solidFill>
                <a:ea typeface="Open Sans"/>
                <a:cs typeface="Open Sans"/>
              </a:rPr>
              <a:t>sales team</a:t>
            </a:r>
            <a:endParaRPr lang="en-US" sz="1000" b="0" i="0" u="none" strike="noStrike" kern="1200" cap="none" spc="0" normalizeH="0" baseline="0" noProof="0">
              <a:ln>
                <a:noFill/>
              </a:ln>
              <a:solidFill>
                <a:schemeClr val="bg2"/>
              </a:solidFill>
              <a:effectLst/>
              <a:uLnTx/>
              <a:uFillTx/>
              <a:ea typeface="Open Sans"/>
              <a:cs typeface="Open Sans"/>
            </a:endParaRPr>
          </a:p>
        </p:txBody>
      </p:sp>
      <p:sp>
        <p:nvSpPr>
          <p:cNvPr id="56" name="Oval 55">
            <a:extLst>
              <a:ext uri="{FF2B5EF4-FFF2-40B4-BE49-F238E27FC236}">
                <a16:creationId xmlns:a16="http://schemas.microsoft.com/office/drawing/2014/main" id="{77881857-CA05-6116-AF2F-AB83157FF2A7}"/>
              </a:ext>
            </a:extLst>
          </p:cNvPr>
          <p:cNvSpPr/>
          <p:nvPr/>
        </p:nvSpPr>
        <p:spPr>
          <a:xfrm>
            <a:off x="3944626" y="3742029"/>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tx2"/>
              </a:solidFill>
            </a:endParaRPr>
          </a:p>
        </p:txBody>
      </p:sp>
      <p:pic>
        <p:nvPicPr>
          <p:cNvPr id="57" name="Graphic 56">
            <a:extLst>
              <a:ext uri="{FF2B5EF4-FFF2-40B4-BE49-F238E27FC236}">
                <a16:creationId xmlns:a16="http://schemas.microsoft.com/office/drawing/2014/main" id="{BA1639D6-F955-9206-BB52-42433907D2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83382" y="3776167"/>
            <a:ext cx="284253" cy="284253"/>
          </a:xfrm>
          <a:prstGeom prst="rect">
            <a:avLst/>
          </a:prstGeom>
        </p:spPr>
      </p:pic>
      <p:sp>
        <p:nvSpPr>
          <p:cNvPr id="58" name="Text Placeholder 7">
            <a:extLst>
              <a:ext uri="{FF2B5EF4-FFF2-40B4-BE49-F238E27FC236}">
                <a16:creationId xmlns:a16="http://schemas.microsoft.com/office/drawing/2014/main" id="{688B50D2-AF2A-B10F-D0B3-B6939B1A4300}"/>
              </a:ext>
            </a:extLst>
          </p:cNvPr>
          <p:cNvSpPr txBox="1">
            <a:spLocks/>
          </p:cNvSpPr>
          <p:nvPr/>
        </p:nvSpPr>
        <p:spPr>
          <a:xfrm>
            <a:off x="4305614" y="3760337"/>
            <a:ext cx="150016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rPr>
              <a:t>Solutions</a:t>
            </a:r>
          </a:p>
        </p:txBody>
      </p:sp>
      <p:sp>
        <p:nvSpPr>
          <p:cNvPr id="59" name="TextBox 58">
            <a:extLst>
              <a:ext uri="{FF2B5EF4-FFF2-40B4-BE49-F238E27FC236}">
                <a16:creationId xmlns:a16="http://schemas.microsoft.com/office/drawing/2014/main" id="{082EE169-C2F0-0DB0-79D4-DC78C4B80CF9}"/>
              </a:ext>
            </a:extLst>
          </p:cNvPr>
          <p:cNvSpPr txBox="1"/>
          <p:nvPr/>
        </p:nvSpPr>
        <p:spPr>
          <a:xfrm>
            <a:off x="3941142" y="4319597"/>
            <a:ext cx="3190710" cy="2231380"/>
          </a:xfrm>
          <a:prstGeom prst="rect">
            <a:avLst/>
          </a:prstGeom>
          <a:noFill/>
        </p:spPr>
        <p:txBody>
          <a:bodyPr wrap="square" lIns="0" tIns="0" rIns="0" bIns="0" rtlCol="0">
            <a:spAutoFit/>
          </a:bodyPr>
          <a:lstStyle/>
          <a:p>
            <a:pPr defTabSz="914065">
              <a:spcAft>
                <a:spcPts val="600"/>
              </a:spcAft>
              <a:defRPr/>
            </a:pPr>
            <a:r>
              <a:rPr lang="en-US" sz="1000">
                <a:solidFill>
                  <a:schemeClr val="bg2"/>
                </a:solidFill>
              </a:rPr>
              <a:t>Blend designed and deployed a production, agentic system that leverages a robust hotel database, Google places, and other data sources to generate high quality, personalized, and factually accurate proposals.</a:t>
            </a:r>
          </a:p>
          <a:p>
            <a:pPr marL="171450" indent="-171450" defTabSz="914065">
              <a:spcAft>
                <a:spcPts val="600"/>
              </a:spcAft>
              <a:buFont typeface="Arial" panose="020B0604020202020204" pitchFamily="34" charset="0"/>
              <a:buChar char="•"/>
              <a:defRPr/>
            </a:pPr>
            <a:r>
              <a:rPr lang="en-US" sz="1000">
                <a:solidFill>
                  <a:schemeClr val="bg2"/>
                </a:solidFill>
              </a:rPr>
              <a:t>Agentic design patterns reflect on generated text, make corrections, and improve quality.</a:t>
            </a:r>
          </a:p>
          <a:p>
            <a:pPr marL="171450" indent="-171450" defTabSz="914065">
              <a:spcAft>
                <a:spcPts val="600"/>
              </a:spcAft>
              <a:buFont typeface="Arial" panose="020B0604020202020204" pitchFamily="34" charset="0"/>
              <a:buChar char="•"/>
              <a:defRPr/>
            </a:pPr>
            <a:r>
              <a:rPr lang="en-US" sz="1000">
                <a:solidFill>
                  <a:schemeClr val="bg2"/>
                </a:solidFill>
              </a:rPr>
              <a:t>Multi-modal LLMs read and describe images and select the best images to align with the event and the customer.</a:t>
            </a:r>
          </a:p>
          <a:p>
            <a:pPr marL="171450" indent="-171450" defTabSz="914065">
              <a:spcAft>
                <a:spcPts val="600"/>
              </a:spcAft>
              <a:buFont typeface="Arial" panose="020B0604020202020204" pitchFamily="34" charset="0"/>
              <a:buChar char="•"/>
              <a:defRPr/>
            </a:pPr>
            <a:r>
              <a:rPr lang="en-US" sz="1000">
                <a:solidFill>
                  <a:schemeClr val="bg2"/>
                </a:solidFill>
              </a:rPr>
              <a:t>Places, amenities, rooms, dining, and more are selected by the AI system to align with the customer’s specific needs and preferences.</a:t>
            </a:r>
          </a:p>
        </p:txBody>
      </p:sp>
      <p:sp>
        <p:nvSpPr>
          <p:cNvPr id="61" name="Text Placeholder 7">
            <a:extLst>
              <a:ext uri="{FF2B5EF4-FFF2-40B4-BE49-F238E27FC236}">
                <a16:creationId xmlns:a16="http://schemas.microsoft.com/office/drawing/2014/main" id="{CA789643-76B6-DC49-C8E9-39B658BAF978}"/>
              </a:ext>
            </a:extLst>
          </p:cNvPr>
          <p:cNvSpPr txBox="1">
            <a:spLocks/>
          </p:cNvSpPr>
          <p:nvPr/>
        </p:nvSpPr>
        <p:spPr>
          <a:xfrm>
            <a:off x="8309468" y="507087"/>
            <a:ext cx="246179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rPr>
              <a:t>Impacts</a:t>
            </a:r>
          </a:p>
        </p:txBody>
      </p:sp>
      <p:sp>
        <p:nvSpPr>
          <p:cNvPr id="63" name="Oval 62">
            <a:extLst>
              <a:ext uri="{FF2B5EF4-FFF2-40B4-BE49-F238E27FC236}">
                <a16:creationId xmlns:a16="http://schemas.microsoft.com/office/drawing/2014/main" id="{47FE2647-691E-8CF8-2A6F-10A59F4D01E9}"/>
              </a:ext>
            </a:extLst>
          </p:cNvPr>
          <p:cNvSpPr/>
          <p:nvPr/>
        </p:nvSpPr>
        <p:spPr>
          <a:xfrm>
            <a:off x="7948480" y="496869"/>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endParaRPr>
          </a:p>
        </p:txBody>
      </p:sp>
      <p:pic>
        <p:nvPicPr>
          <p:cNvPr id="64" name="Graphic 63">
            <a:extLst>
              <a:ext uri="{FF2B5EF4-FFF2-40B4-BE49-F238E27FC236}">
                <a16:creationId xmlns:a16="http://schemas.microsoft.com/office/drawing/2014/main" id="{A74AB219-453D-BBB9-95D3-326CC078BE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03119" y="548333"/>
            <a:ext cx="243250" cy="243250"/>
          </a:xfrm>
          <a:prstGeom prst="rect">
            <a:avLst/>
          </a:prstGeom>
        </p:spPr>
      </p:pic>
      <p:sp>
        <p:nvSpPr>
          <p:cNvPr id="78" name="Text Placeholder 4">
            <a:extLst>
              <a:ext uri="{FF2B5EF4-FFF2-40B4-BE49-F238E27FC236}">
                <a16:creationId xmlns:a16="http://schemas.microsoft.com/office/drawing/2014/main" id="{482F2715-1599-A959-6D73-655DB77B41AA}"/>
              </a:ext>
            </a:extLst>
          </p:cNvPr>
          <p:cNvSpPr txBox="1">
            <a:spLocks/>
          </p:cNvSpPr>
          <p:nvPr/>
        </p:nvSpPr>
        <p:spPr>
          <a:xfrm>
            <a:off x="524135" y="2270620"/>
            <a:ext cx="2655828" cy="1107996"/>
          </a:xfrm>
          <a:prstGeom prst="rect">
            <a:avLst/>
          </a:prstGeom>
        </p:spPr>
        <p:txBody>
          <a:bodyPr lIns="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en-US" sz="1200" kern="100">
                <a:solidFill>
                  <a:schemeClr val="bg2"/>
                </a:solidFill>
                <a:ea typeface="Calibri"/>
                <a:cs typeface="Times New Roman"/>
              </a:rPr>
              <a:t>Leading global hotel and leisure brand wants to respond quickly generate personalized and detailed proposals,</a:t>
            </a:r>
          </a:p>
        </p:txBody>
      </p:sp>
      <p:sp>
        <p:nvSpPr>
          <p:cNvPr id="79" name="TextBox 78">
            <a:extLst>
              <a:ext uri="{FF2B5EF4-FFF2-40B4-BE49-F238E27FC236}">
                <a16:creationId xmlns:a16="http://schemas.microsoft.com/office/drawing/2014/main" id="{E7193DFC-8796-7574-4155-00533E42D816}"/>
              </a:ext>
            </a:extLst>
          </p:cNvPr>
          <p:cNvSpPr txBox="1"/>
          <p:nvPr/>
        </p:nvSpPr>
        <p:spPr>
          <a:xfrm>
            <a:off x="7949966" y="1080020"/>
            <a:ext cx="3586714" cy="1538883"/>
          </a:xfrm>
          <a:prstGeom prst="rect">
            <a:avLst/>
          </a:prstGeom>
          <a:noFill/>
        </p:spPr>
        <p:txBody>
          <a:bodyPr wrap="square" lIns="0" tIns="0" rIns="0" bIns="0" rtlCol="0">
            <a:spAutoFit/>
          </a:bodyPr>
          <a:lstStyle/>
          <a:p>
            <a:pPr marL="171450" indent="-171450" defTabSz="914065">
              <a:spcAft>
                <a:spcPts val="600"/>
              </a:spcAft>
              <a:buFont typeface="Arial" panose="020B0604020202020204" pitchFamily="34" charset="0"/>
              <a:buChar char="•"/>
              <a:defRPr/>
            </a:pPr>
            <a:r>
              <a:rPr lang="en-US" sz="1000">
                <a:solidFill>
                  <a:schemeClr val="bg2"/>
                </a:solidFill>
              </a:rPr>
              <a:t>The time to general proposals is reduced to minutes rather than hours. This enables sales teams to respond more quickly to requests, ultimately leading to an increase in group travel business.</a:t>
            </a:r>
            <a:endParaRPr lang="en-US" sz="1000" b="0" i="0" kern="1200" noProof="0">
              <a:solidFill>
                <a:schemeClr val="bg2"/>
              </a:solidFill>
              <a:effectLst/>
              <a:ea typeface="+mn-ea"/>
              <a:cs typeface="+mn-cs"/>
            </a:endParaRPr>
          </a:p>
          <a:p>
            <a:pPr marL="171450" marR="0" lvl="0" indent="-171450" algn="l" defTabSz="914065" rtl="0" eaLnBrk="1" fontAlgn="auto" latinLnBrk="0" hangingPunct="1">
              <a:spcBef>
                <a:spcPts val="0"/>
              </a:spcBef>
              <a:spcAft>
                <a:spcPts val="600"/>
              </a:spcAft>
              <a:buClrTx/>
              <a:buSzTx/>
              <a:buFont typeface="Arial" panose="020B0604020202020204" pitchFamily="34" charset="0"/>
              <a:buChar char="•"/>
              <a:tabLst/>
              <a:defRPr/>
            </a:pPr>
            <a:r>
              <a:rPr lang="en-US" sz="1000" b="0" i="0" kern="1200" noProof="0">
                <a:solidFill>
                  <a:schemeClr val="bg2"/>
                </a:solidFill>
                <a:effectLst/>
                <a:ea typeface="+mn-ea"/>
                <a:cs typeface="+mn-cs"/>
              </a:rPr>
              <a:t>Agentic design patterns greatly reduce hallucination errors and increase the quality of the outputs.</a:t>
            </a:r>
          </a:p>
          <a:p>
            <a:pPr marL="171450" marR="0" lvl="0" indent="-171450" algn="l" defTabSz="914065" rtl="0" eaLnBrk="1" fontAlgn="auto" latinLnBrk="0" hangingPunct="1">
              <a:spcBef>
                <a:spcPts val="0"/>
              </a:spcBef>
              <a:spcAft>
                <a:spcPts val="600"/>
              </a:spcAft>
              <a:buClrTx/>
              <a:buSzTx/>
              <a:buFont typeface="Arial" panose="020B0604020202020204" pitchFamily="34" charset="0"/>
              <a:buChar char="•"/>
              <a:tabLst/>
              <a:defRPr/>
            </a:pPr>
            <a:r>
              <a:rPr lang="en-US" sz="1000">
                <a:solidFill>
                  <a:schemeClr val="bg2"/>
                </a:solidFill>
              </a:rPr>
              <a:t>Proposals that previously lacked any flavor or sales are now personalized with local color images and more.</a:t>
            </a:r>
          </a:p>
        </p:txBody>
      </p:sp>
      <p:pic>
        <p:nvPicPr>
          <p:cNvPr id="3" name="Graphic 2">
            <a:extLst>
              <a:ext uri="{FF2B5EF4-FFF2-40B4-BE49-F238E27FC236}">
                <a16:creationId xmlns:a16="http://schemas.microsoft.com/office/drawing/2014/main" id="{216EC31F-F526-5E69-8B46-BEBF8DD294D3}"/>
              </a:ext>
            </a:extLst>
          </p:cNvPr>
          <p:cNvPicPr>
            <a:picLocks noGrp="1" noRot="1" noChangeAspect="1" noMove="1" noResize="1" noEditPoints="1" noAdjustHandles="1" noChangeArrowheads="1" noChangeShapeType="1" noCrop="1"/>
          </p:cNvPicPr>
          <p:nvPr/>
        </p:nvPicPr>
        <p:blipFill>
          <a:blip r:embed="rId7">
            <a:extLst>
              <a:ext uri="{96DAC541-7B7A-43D3-8B79-37D633B846F1}">
                <asvg:svgBlip xmlns:asvg="http://schemas.microsoft.com/office/drawing/2016/SVG/main" r:embed="rId8"/>
              </a:ext>
            </a:extLst>
          </a:blip>
          <a:srcRect l="35318" t="-4519" r="488" b="677"/>
          <a:stretch/>
        </p:blipFill>
        <p:spPr>
          <a:xfrm flipV="1">
            <a:off x="0" y="3479384"/>
            <a:ext cx="3523949" cy="3378615"/>
          </a:xfrm>
          <a:prstGeom prst="rect">
            <a:avLst/>
          </a:prstGeom>
        </p:spPr>
      </p:pic>
      <p:pic>
        <p:nvPicPr>
          <p:cNvPr id="7" name="Graphic 6" descr="Database outline">
            <a:extLst>
              <a:ext uri="{FF2B5EF4-FFF2-40B4-BE49-F238E27FC236}">
                <a16:creationId xmlns:a16="http://schemas.microsoft.com/office/drawing/2014/main" id="{95D7D7E0-A95E-2D56-C115-364A170EE5E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6812" y="2873528"/>
            <a:ext cx="914400" cy="914400"/>
          </a:xfrm>
          <a:prstGeom prst="rect">
            <a:avLst/>
          </a:prstGeom>
        </p:spPr>
      </p:pic>
      <p:sp>
        <p:nvSpPr>
          <p:cNvPr id="8" name="Rectangle 7">
            <a:extLst>
              <a:ext uri="{FF2B5EF4-FFF2-40B4-BE49-F238E27FC236}">
                <a16:creationId xmlns:a16="http://schemas.microsoft.com/office/drawing/2014/main" id="{3868FF24-32BC-57B7-1AB6-79233E400656}"/>
              </a:ext>
            </a:extLst>
          </p:cNvPr>
          <p:cNvSpPr/>
          <p:nvPr/>
        </p:nvSpPr>
        <p:spPr>
          <a:xfrm>
            <a:off x="9305364" y="3080792"/>
            <a:ext cx="1464334" cy="4998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AI Orchestration</a:t>
            </a:r>
          </a:p>
        </p:txBody>
      </p:sp>
      <p:cxnSp>
        <p:nvCxnSpPr>
          <p:cNvPr id="10" name="Straight Arrow Connector 9">
            <a:extLst>
              <a:ext uri="{FF2B5EF4-FFF2-40B4-BE49-F238E27FC236}">
                <a16:creationId xmlns:a16="http://schemas.microsoft.com/office/drawing/2014/main" id="{B0B0676C-AB03-CA16-D920-301B24F1FF40}"/>
              </a:ext>
            </a:extLst>
          </p:cNvPr>
          <p:cNvCxnSpPr>
            <a:cxnSpLocks/>
          </p:cNvCxnSpPr>
          <p:nvPr/>
        </p:nvCxnSpPr>
        <p:spPr>
          <a:xfrm>
            <a:off x="8805478" y="3330728"/>
            <a:ext cx="4145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3E5BC60-F811-1199-F473-5CEFE833525C}"/>
              </a:ext>
            </a:extLst>
          </p:cNvPr>
          <p:cNvSpPr txBox="1"/>
          <p:nvPr/>
        </p:nvSpPr>
        <p:spPr>
          <a:xfrm>
            <a:off x="7946912" y="3739528"/>
            <a:ext cx="1226814" cy="246221"/>
          </a:xfrm>
          <a:prstGeom prst="rect">
            <a:avLst/>
          </a:prstGeom>
          <a:noFill/>
        </p:spPr>
        <p:txBody>
          <a:bodyPr wrap="square" rtlCol="0">
            <a:spAutoFit/>
          </a:bodyPr>
          <a:lstStyle/>
          <a:p>
            <a:pPr algn="ctr"/>
            <a:r>
              <a:rPr lang="en-US" sz="1000">
                <a:solidFill>
                  <a:schemeClr val="bg1"/>
                </a:solidFill>
              </a:rPr>
              <a:t>Data payload</a:t>
            </a:r>
          </a:p>
        </p:txBody>
      </p:sp>
      <p:sp>
        <p:nvSpPr>
          <p:cNvPr id="13" name="Rectangle 12">
            <a:extLst>
              <a:ext uri="{FF2B5EF4-FFF2-40B4-BE49-F238E27FC236}">
                <a16:creationId xmlns:a16="http://schemas.microsoft.com/office/drawing/2014/main" id="{33C97316-C3A0-1311-0B59-4071DF37A515}"/>
              </a:ext>
            </a:extLst>
          </p:cNvPr>
          <p:cNvSpPr/>
          <p:nvPr/>
        </p:nvSpPr>
        <p:spPr>
          <a:xfrm>
            <a:off x="9484801" y="4276166"/>
            <a:ext cx="1464334" cy="4998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Section Generation</a:t>
            </a:r>
          </a:p>
        </p:txBody>
      </p:sp>
      <p:sp>
        <p:nvSpPr>
          <p:cNvPr id="14" name="Rectangle 13">
            <a:extLst>
              <a:ext uri="{FF2B5EF4-FFF2-40B4-BE49-F238E27FC236}">
                <a16:creationId xmlns:a16="http://schemas.microsoft.com/office/drawing/2014/main" id="{4257A4C8-968A-AA56-7BCB-AB8C7AE698B6}"/>
              </a:ext>
            </a:extLst>
          </p:cNvPr>
          <p:cNvSpPr/>
          <p:nvPr/>
        </p:nvSpPr>
        <p:spPr>
          <a:xfrm>
            <a:off x="9397773" y="4144880"/>
            <a:ext cx="1464334" cy="4998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Section Generation</a:t>
            </a:r>
          </a:p>
        </p:txBody>
      </p:sp>
      <p:sp>
        <p:nvSpPr>
          <p:cNvPr id="15" name="Rectangle 14">
            <a:extLst>
              <a:ext uri="{FF2B5EF4-FFF2-40B4-BE49-F238E27FC236}">
                <a16:creationId xmlns:a16="http://schemas.microsoft.com/office/drawing/2014/main" id="{7B638D11-C455-5E64-BF93-159537ED88CB}"/>
              </a:ext>
            </a:extLst>
          </p:cNvPr>
          <p:cNvSpPr/>
          <p:nvPr/>
        </p:nvSpPr>
        <p:spPr>
          <a:xfrm>
            <a:off x="9304933" y="4013594"/>
            <a:ext cx="1464334" cy="4998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Section Generation</a:t>
            </a:r>
          </a:p>
        </p:txBody>
      </p:sp>
      <p:cxnSp>
        <p:nvCxnSpPr>
          <p:cNvPr id="16" name="Straight Arrow Connector 15">
            <a:extLst>
              <a:ext uri="{FF2B5EF4-FFF2-40B4-BE49-F238E27FC236}">
                <a16:creationId xmlns:a16="http://schemas.microsoft.com/office/drawing/2014/main" id="{4BE0DA38-4E93-259B-CA1E-138B146C3EDA}"/>
              </a:ext>
            </a:extLst>
          </p:cNvPr>
          <p:cNvCxnSpPr>
            <a:cxnSpLocks/>
            <a:endCxn id="15" idx="0"/>
          </p:cNvCxnSpPr>
          <p:nvPr/>
        </p:nvCxnSpPr>
        <p:spPr>
          <a:xfrm>
            <a:off x="10031004" y="3659728"/>
            <a:ext cx="6096" cy="3538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69DB76C4-83A1-B6B2-E059-EF5532DF3666}"/>
              </a:ext>
            </a:extLst>
          </p:cNvPr>
          <p:cNvSpPr/>
          <p:nvPr/>
        </p:nvSpPr>
        <p:spPr>
          <a:xfrm>
            <a:off x="7677357" y="4196727"/>
            <a:ext cx="1226812" cy="4998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Image / Item Recognition</a:t>
            </a:r>
          </a:p>
        </p:txBody>
      </p:sp>
      <p:cxnSp>
        <p:nvCxnSpPr>
          <p:cNvPr id="21" name="Straight Arrow Connector 20">
            <a:extLst>
              <a:ext uri="{FF2B5EF4-FFF2-40B4-BE49-F238E27FC236}">
                <a16:creationId xmlns:a16="http://schemas.microsoft.com/office/drawing/2014/main" id="{ED2ED03C-FE42-99D9-3AB4-1933C73C7655}"/>
              </a:ext>
            </a:extLst>
          </p:cNvPr>
          <p:cNvCxnSpPr>
            <a:cxnSpLocks/>
            <a:endCxn id="19" idx="3"/>
          </p:cNvCxnSpPr>
          <p:nvPr/>
        </p:nvCxnSpPr>
        <p:spPr>
          <a:xfrm flipH="1" flipV="1">
            <a:off x="8904169" y="4446663"/>
            <a:ext cx="400764" cy="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28495FA9-A3B4-3C41-CE82-68CC204D83E7}"/>
              </a:ext>
            </a:extLst>
          </p:cNvPr>
          <p:cNvSpPr/>
          <p:nvPr/>
        </p:nvSpPr>
        <p:spPr>
          <a:xfrm>
            <a:off x="9414853" y="5276531"/>
            <a:ext cx="1464334" cy="4998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Content Evaluation</a:t>
            </a:r>
          </a:p>
        </p:txBody>
      </p:sp>
      <p:cxnSp>
        <p:nvCxnSpPr>
          <p:cNvPr id="24" name="Straight Arrow Connector 23">
            <a:extLst>
              <a:ext uri="{FF2B5EF4-FFF2-40B4-BE49-F238E27FC236}">
                <a16:creationId xmlns:a16="http://schemas.microsoft.com/office/drawing/2014/main" id="{7913E4E0-2F72-A3A3-B2A6-6043613BB73F}"/>
              </a:ext>
            </a:extLst>
          </p:cNvPr>
          <p:cNvCxnSpPr>
            <a:cxnSpLocks/>
          </p:cNvCxnSpPr>
          <p:nvPr/>
        </p:nvCxnSpPr>
        <p:spPr>
          <a:xfrm>
            <a:off x="10037531" y="4867332"/>
            <a:ext cx="6096" cy="3538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Elbow Connector 27">
            <a:extLst>
              <a:ext uri="{FF2B5EF4-FFF2-40B4-BE49-F238E27FC236}">
                <a16:creationId xmlns:a16="http://schemas.microsoft.com/office/drawing/2014/main" id="{E342B7D9-1F7E-FFE3-D075-C9E3958A7C8D}"/>
              </a:ext>
            </a:extLst>
          </p:cNvPr>
          <p:cNvCxnSpPr>
            <a:cxnSpLocks/>
            <a:stCxn id="23" idx="3"/>
            <a:endCxn id="13" idx="3"/>
          </p:cNvCxnSpPr>
          <p:nvPr/>
        </p:nvCxnSpPr>
        <p:spPr>
          <a:xfrm flipV="1">
            <a:off x="10879187" y="4526102"/>
            <a:ext cx="69948" cy="1000365"/>
          </a:xfrm>
          <a:prstGeom prst="bentConnector3">
            <a:avLst>
              <a:gd name="adj1" fmla="val 426814"/>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D54A4D1-525A-D9F1-DB0D-31F19CC7B21C}"/>
              </a:ext>
            </a:extLst>
          </p:cNvPr>
          <p:cNvSpPr txBox="1"/>
          <p:nvPr/>
        </p:nvSpPr>
        <p:spPr>
          <a:xfrm>
            <a:off x="11171288" y="4647113"/>
            <a:ext cx="1003091" cy="553998"/>
          </a:xfrm>
          <a:prstGeom prst="rect">
            <a:avLst/>
          </a:prstGeom>
          <a:noFill/>
        </p:spPr>
        <p:txBody>
          <a:bodyPr wrap="square" rtlCol="0">
            <a:spAutoFit/>
          </a:bodyPr>
          <a:lstStyle/>
          <a:p>
            <a:r>
              <a:rPr lang="en-US" sz="1000">
                <a:solidFill>
                  <a:schemeClr val="bg1"/>
                </a:solidFill>
              </a:rPr>
              <a:t>Section scoring and feedback</a:t>
            </a:r>
          </a:p>
        </p:txBody>
      </p:sp>
      <p:pic>
        <p:nvPicPr>
          <p:cNvPr id="34" name="Graphic 33" descr="Users outline">
            <a:extLst>
              <a:ext uri="{FF2B5EF4-FFF2-40B4-BE49-F238E27FC236}">
                <a16:creationId xmlns:a16="http://schemas.microsoft.com/office/drawing/2014/main" id="{B8ED3EFC-0817-9FC8-7D9A-B9ED1D20DA1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7941" y="5125718"/>
            <a:ext cx="674640" cy="674640"/>
          </a:xfrm>
          <a:prstGeom prst="rect">
            <a:avLst/>
          </a:prstGeom>
        </p:spPr>
      </p:pic>
      <p:cxnSp>
        <p:nvCxnSpPr>
          <p:cNvPr id="35" name="Straight Arrow Connector 34">
            <a:extLst>
              <a:ext uri="{FF2B5EF4-FFF2-40B4-BE49-F238E27FC236}">
                <a16:creationId xmlns:a16="http://schemas.microsoft.com/office/drawing/2014/main" id="{A68C29FC-BE1F-4470-2FE2-2CEC943203A5}"/>
              </a:ext>
            </a:extLst>
          </p:cNvPr>
          <p:cNvCxnSpPr>
            <a:cxnSpLocks/>
            <a:stCxn id="23" idx="1"/>
          </p:cNvCxnSpPr>
          <p:nvPr/>
        </p:nvCxnSpPr>
        <p:spPr>
          <a:xfrm flipH="1">
            <a:off x="8185435" y="5526467"/>
            <a:ext cx="12294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B5B7A5CB-F66B-2C9C-87E4-4819CCED8761}"/>
              </a:ext>
            </a:extLst>
          </p:cNvPr>
          <p:cNvSpPr txBox="1"/>
          <p:nvPr/>
        </p:nvSpPr>
        <p:spPr>
          <a:xfrm>
            <a:off x="7911652" y="4824955"/>
            <a:ext cx="1486121" cy="553998"/>
          </a:xfrm>
          <a:prstGeom prst="rect">
            <a:avLst/>
          </a:prstGeom>
          <a:noFill/>
        </p:spPr>
        <p:txBody>
          <a:bodyPr wrap="square" rtlCol="0">
            <a:spAutoFit/>
          </a:bodyPr>
          <a:lstStyle/>
          <a:p>
            <a:pPr algn="ctr"/>
            <a:r>
              <a:rPr lang="en-US" sz="1000">
                <a:solidFill>
                  <a:schemeClr val="bg1"/>
                </a:solidFill>
              </a:rPr>
              <a:t>Send to sales if text meets quality and accuracy standards</a:t>
            </a:r>
          </a:p>
        </p:txBody>
      </p:sp>
      <p:sp>
        <p:nvSpPr>
          <p:cNvPr id="4" name="TextBox 3">
            <a:extLst>
              <a:ext uri="{FF2B5EF4-FFF2-40B4-BE49-F238E27FC236}">
                <a16:creationId xmlns:a16="http://schemas.microsoft.com/office/drawing/2014/main" id="{1EFB0703-3143-0672-48E0-7AC29AE15137}"/>
              </a:ext>
            </a:extLst>
          </p:cNvPr>
          <p:cNvSpPr txBox="1"/>
          <p:nvPr/>
        </p:nvSpPr>
        <p:spPr>
          <a:xfrm>
            <a:off x="7445366" y="5786302"/>
            <a:ext cx="1003091" cy="400110"/>
          </a:xfrm>
          <a:prstGeom prst="rect">
            <a:avLst/>
          </a:prstGeom>
          <a:noFill/>
        </p:spPr>
        <p:txBody>
          <a:bodyPr wrap="square" rtlCol="0">
            <a:spAutoFit/>
          </a:bodyPr>
          <a:lstStyle/>
          <a:p>
            <a:r>
              <a:rPr lang="en-US" sz="1000">
                <a:solidFill>
                  <a:schemeClr val="bg1"/>
                </a:solidFill>
              </a:rPr>
              <a:t>Proposal </a:t>
            </a:r>
            <a:br>
              <a:rPr lang="en-US" sz="1000">
                <a:solidFill>
                  <a:schemeClr val="bg1"/>
                </a:solidFill>
              </a:rPr>
            </a:br>
            <a:r>
              <a:rPr lang="en-US" sz="1000">
                <a:solidFill>
                  <a:schemeClr val="bg1"/>
                </a:solidFill>
              </a:rPr>
              <a:t>to client</a:t>
            </a:r>
          </a:p>
        </p:txBody>
      </p:sp>
    </p:spTree>
    <p:extLst>
      <p:ext uri="{BB962C8B-B14F-4D97-AF65-F5344CB8AC3E}">
        <p14:creationId xmlns:p14="http://schemas.microsoft.com/office/powerpoint/2010/main" val="4137388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B743ED-9DFA-465A-93EC-26FDEC889911}"/>
              </a:ext>
            </a:extLst>
          </p:cNvPr>
          <p:cNvSpPr>
            <a:spLocks noGrp="1"/>
          </p:cNvSpPr>
          <p:nvPr>
            <p:ph type="body" sz="quarter" idx="14"/>
          </p:nvPr>
        </p:nvSpPr>
        <p:spPr/>
        <p:txBody>
          <a:bodyPr vert="horz" lIns="0" tIns="0" rIns="0" bIns="0" rtlCol="0" anchor="t">
            <a:normAutofit/>
          </a:bodyPr>
          <a:lstStyle/>
          <a:p>
            <a:pPr marL="342900" indent="-342900">
              <a:buChar char="•"/>
            </a:pPr>
            <a:r>
              <a:rPr lang="en-US"/>
              <a:t>Data payload and interaction with other services.</a:t>
            </a:r>
          </a:p>
          <a:p>
            <a:pPr marL="342900" indent="-342900">
              <a:buChar char="•"/>
            </a:pPr>
            <a:r>
              <a:rPr lang="en-US"/>
              <a:t>Asynchronous communications.</a:t>
            </a:r>
          </a:p>
          <a:p>
            <a:pPr marL="342900" indent="-342900">
              <a:buChar char="•"/>
            </a:pPr>
            <a:r>
              <a:rPr lang="en-US"/>
              <a:t>Section generation and evaluation.</a:t>
            </a:r>
          </a:p>
          <a:p>
            <a:pPr marL="342900" indent="-342900">
              <a:buChar char="•"/>
            </a:pPr>
            <a:r>
              <a:rPr lang="en-US"/>
              <a:t>Image and item recommendation.</a:t>
            </a:r>
          </a:p>
          <a:p>
            <a:pPr marL="342900" indent="-342900">
              <a:buChar char="•"/>
            </a:pPr>
            <a:r>
              <a:rPr lang="en-US"/>
              <a:t>More on the business impact. Quotes? Efficiency gains?</a:t>
            </a:r>
          </a:p>
        </p:txBody>
      </p:sp>
      <p:sp>
        <p:nvSpPr>
          <p:cNvPr id="3" name="Title 2">
            <a:extLst>
              <a:ext uri="{FF2B5EF4-FFF2-40B4-BE49-F238E27FC236}">
                <a16:creationId xmlns:a16="http://schemas.microsoft.com/office/drawing/2014/main" id="{92887A55-9300-62A3-48BD-EA80A03B9C6E}"/>
              </a:ext>
            </a:extLst>
          </p:cNvPr>
          <p:cNvSpPr>
            <a:spLocks noGrp="1"/>
          </p:cNvSpPr>
          <p:nvPr>
            <p:ph type="title"/>
          </p:nvPr>
        </p:nvSpPr>
        <p:spPr/>
        <p:txBody>
          <a:bodyPr/>
          <a:lstStyle/>
          <a:p>
            <a:r>
              <a:rPr lang="en-US"/>
              <a:t>Details</a:t>
            </a:r>
          </a:p>
        </p:txBody>
      </p:sp>
    </p:spTree>
    <p:extLst>
      <p:ext uri="{BB962C8B-B14F-4D97-AF65-F5344CB8AC3E}">
        <p14:creationId xmlns:p14="http://schemas.microsoft.com/office/powerpoint/2010/main" val="3339320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12B6DE-8DB7-5005-2C07-8D3F87B73EFC}"/>
              </a:ext>
            </a:extLst>
          </p:cNvPr>
          <p:cNvSpPr>
            <a:spLocks noGrp="1"/>
          </p:cNvSpPr>
          <p:nvPr>
            <p:ph type="body" sz="quarter" idx="14"/>
          </p:nvPr>
        </p:nvSpPr>
        <p:spPr/>
        <p:txBody>
          <a:bodyPr/>
          <a:lstStyle/>
          <a:p>
            <a:endParaRPr lang="en-US"/>
          </a:p>
        </p:txBody>
      </p:sp>
      <p:sp>
        <p:nvSpPr>
          <p:cNvPr id="3" name="Title 2">
            <a:extLst>
              <a:ext uri="{FF2B5EF4-FFF2-40B4-BE49-F238E27FC236}">
                <a16:creationId xmlns:a16="http://schemas.microsoft.com/office/drawing/2014/main" id="{83F024AA-3309-D6E5-BE92-F9B553192AE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79340174"/>
      </p:ext>
    </p:extLst>
  </p:cSld>
  <p:clrMapOvr>
    <a:masterClrMapping/>
  </p:clrMapOvr>
</p:sld>
</file>

<file path=ppt/theme/theme1.xml><?xml version="1.0" encoding="utf-8"?>
<a:theme xmlns:a="http://schemas.openxmlformats.org/drawingml/2006/main" name="Office Theme">
  <a:themeElements>
    <a:clrScheme name="New Brand Colours">
      <a:dk1>
        <a:srgbClr val="000000"/>
      </a:dk1>
      <a:lt1>
        <a:srgbClr val="FFFFFF"/>
      </a:lt1>
      <a:dk2>
        <a:srgbClr val="053057"/>
      </a:dk2>
      <a:lt2>
        <a:srgbClr val="F4F3F0"/>
      </a:lt2>
      <a:accent1>
        <a:srgbClr val="053057"/>
      </a:accent1>
      <a:accent2>
        <a:srgbClr val="00EDED"/>
      </a:accent2>
      <a:accent3>
        <a:srgbClr val="A2F3F3"/>
      </a:accent3>
      <a:accent4>
        <a:srgbClr val="304550"/>
      </a:accent4>
      <a:accent5>
        <a:srgbClr val="1A1A1A"/>
      </a:accent5>
      <a:accent6>
        <a:srgbClr val="0B0D0E"/>
      </a:accent6>
      <a:hlink>
        <a:srgbClr val="007676"/>
      </a:hlink>
      <a:folHlink>
        <a:srgbClr val="00ECEC"/>
      </a:folHlink>
    </a:clrScheme>
    <a:fontScheme name="Montserrat">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ase-Study-Templates" id="{23DED885-269A-4E79-866E-9B72E402D214}" vid="{14DB8A34-3D1E-4169-9796-A806A69B8D2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7A1227D6F9F8241B6F2874CDFE37FB8" ma:contentTypeVersion="6" ma:contentTypeDescription="Create a new document." ma:contentTypeScope="" ma:versionID="bfd1aae69fba4a42cb412847ac8623d6">
  <xsd:schema xmlns:xsd="http://www.w3.org/2001/XMLSchema" xmlns:xs="http://www.w3.org/2001/XMLSchema" xmlns:p="http://schemas.microsoft.com/office/2006/metadata/properties" xmlns:ns2="7fa4a3af-a16e-4f1c-b193-d6078152ffd8" xmlns:ns3="19b00ae7-553b-4122-827c-863b5e908172" targetNamespace="http://schemas.microsoft.com/office/2006/metadata/properties" ma:root="true" ma:fieldsID="428f61eee426b45820c5fc67a45d42db" ns2:_="" ns3:_="">
    <xsd:import namespace="7fa4a3af-a16e-4f1c-b193-d6078152ffd8"/>
    <xsd:import namespace="19b00ae7-553b-4122-827c-863b5e90817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a4a3af-a16e-4f1c-b193-d6078152f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b00ae7-553b-4122-827c-863b5e90817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F667B2-CF4F-467A-B37B-D55F04E49B60}">
  <ds:schemaRefs>
    <ds:schemaRef ds:uri="19b00ae7-553b-4122-827c-863b5e908172"/>
    <ds:schemaRef ds:uri="7fa4a3af-a16e-4f1c-b193-d6078152ff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5517114-E60B-4A13-A823-880DC846E8D9}">
  <ds:schemaRefs>
    <ds:schemaRef ds:uri="http://www.w3.org/XML/1998/namespace"/>
    <ds:schemaRef ds:uri="http://purl.org/dc/elements/1.1/"/>
    <ds:schemaRef ds:uri="7fa4a3af-a16e-4f1c-b193-d6078152ffd8"/>
    <ds:schemaRef ds:uri="http://schemas.microsoft.com/office/2006/metadata/properties"/>
    <ds:schemaRef ds:uri="http://schemas.openxmlformats.org/package/2006/metadata/core-properties"/>
    <ds:schemaRef ds:uri="http://schemas.microsoft.com/office/2006/documentManagement/types"/>
    <ds:schemaRef ds:uri="19b00ae7-553b-4122-827c-863b5e908172"/>
    <ds:schemaRef ds:uri="http://purl.org/dc/term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6818B211-2BF9-49CC-8DB4-B3C6098FCF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452</Words>
  <Application>Microsoft Office PowerPoint</Application>
  <PresentationFormat>Widescreen</PresentationFormat>
  <Paragraphs>41</Paragraphs>
  <Slides>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Arial</vt:lpstr>
      <vt:lpstr>Calibri</vt:lpstr>
      <vt:lpstr>Montserrat</vt:lpstr>
      <vt:lpstr>Open Sans</vt:lpstr>
      <vt:lpstr>Office Theme</vt:lpstr>
      <vt:lpstr>Agentic Proposal Generation</vt:lpstr>
      <vt:lpstr>Details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Jesse  Fagan</dc:creator>
  <cp:lastModifiedBy>Pip Courbois</cp:lastModifiedBy>
  <cp:revision>2</cp:revision>
  <dcterms:created xsi:type="dcterms:W3CDTF">2025-01-15T15:08:07Z</dcterms:created>
  <dcterms:modified xsi:type="dcterms:W3CDTF">2026-01-04T22:11:08Z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0x010100A7A1227D6F9F8241B6F2874CDFE37FB8</vt:lpwstr>
  </property>
</Properties>
</file>